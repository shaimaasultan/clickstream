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</p:sldMasterIdLst>
  <p:notesMasterIdLst>
    <p:notesMasterId r:id="rId11"/>
  </p:notesMasterIdLst>
  <p:handoutMasterIdLst>
    <p:handoutMasterId r:id="rId12"/>
  </p:handoutMasterIdLst>
  <p:sldIdLst>
    <p:sldId id="274" r:id="rId2"/>
    <p:sldId id="275" r:id="rId3"/>
    <p:sldId id="276" r:id="rId4"/>
    <p:sldId id="278" r:id="rId5"/>
    <p:sldId id="279" r:id="rId6"/>
    <p:sldId id="277" r:id="rId7"/>
    <p:sldId id="280" r:id="rId8"/>
    <p:sldId id="281" r:id="rId9"/>
    <p:sldId id="282" r:id="rId1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40" autoAdjust="0"/>
  </p:normalViewPr>
  <p:slideViewPr>
    <p:cSldViewPr snapToObjects="1">
      <p:cViewPr varScale="1">
        <p:scale>
          <a:sx n="83" d="100"/>
          <a:sy n="83" d="100"/>
        </p:scale>
        <p:origin x="1212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#Sessions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Grocery</c:v>
                </c:pt>
                <c:pt idx="1">
                  <c:v>Accessories</c:v>
                </c:pt>
                <c:pt idx="2">
                  <c:v>Books</c:v>
                </c:pt>
                <c:pt idx="3">
                  <c:v>Automotive</c:v>
                </c:pt>
                <c:pt idx="4">
                  <c:v>Games</c:v>
                </c:pt>
                <c:pt idx="5">
                  <c:v>Outdoors</c:v>
                </c:pt>
                <c:pt idx="6">
                  <c:v>Tools</c:v>
                </c:pt>
                <c:pt idx="7">
                  <c:v>Electronics</c:v>
                </c:pt>
                <c:pt idx="8">
                  <c:v>movies</c:v>
                </c:pt>
                <c:pt idx="9">
                  <c:v>Computers</c:v>
                </c:pt>
                <c:pt idx="10">
                  <c:v>Home &amp; garden</c:v>
                </c:pt>
                <c:pt idx="11">
                  <c:v>Handbags</c:v>
                </c:pt>
                <c:pt idx="12">
                  <c:v>Shoes</c:v>
                </c:pt>
                <c:pt idx="13">
                  <c:v>Clothing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</c:v>
                </c:pt>
                <c:pt idx="1">
                  <c:v>19</c:v>
                </c:pt>
                <c:pt idx="2">
                  <c:v>104</c:v>
                </c:pt>
                <c:pt idx="3">
                  <c:v>118</c:v>
                </c:pt>
                <c:pt idx="4">
                  <c:v>194</c:v>
                </c:pt>
                <c:pt idx="5">
                  <c:v>208</c:v>
                </c:pt>
                <c:pt idx="6">
                  <c:v>414</c:v>
                </c:pt>
                <c:pt idx="7">
                  <c:v>530</c:v>
                </c:pt>
                <c:pt idx="8">
                  <c:v>655</c:v>
                </c:pt>
                <c:pt idx="9">
                  <c:v>718</c:v>
                </c:pt>
                <c:pt idx="10">
                  <c:v>1114</c:v>
                </c:pt>
                <c:pt idx="11">
                  <c:v>4024</c:v>
                </c:pt>
                <c:pt idx="12">
                  <c:v>5765</c:v>
                </c:pt>
                <c:pt idx="13">
                  <c:v>7821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05366128"/>
        <c:axId val="205362600"/>
      </c:barChart>
      <c:catAx>
        <c:axId val="205366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62600"/>
        <c:crosses val="autoZero"/>
        <c:auto val="1"/>
        <c:lblAlgn val="ctr"/>
        <c:lblOffset val="100"/>
        <c:noMultiLvlLbl val="0"/>
      </c:catAx>
      <c:valAx>
        <c:axId val="205362600"/>
        <c:scaling>
          <c:orientation val="minMax"/>
          <c:max val="80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661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2AE063-918A-442E-A077-C577C9982134}" type="doc">
      <dgm:prSet loTypeId="urn:microsoft.com/office/officeart/2005/8/layout/hierarchy3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5F25CB78-F1AE-4B44-A9F2-4437F8272E84}">
      <dgm:prSet phldrT="[Text]"/>
      <dgm:spPr/>
      <dgm:t>
        <a:bodyPr/>
        <a:lstStyle/>
        <a:p>
          <a:r>
            <a:rPr lang="en-US"/>
            <a:t>Feature Engineering &amp; </a:t>
          </a:r>
          <a:r>
            <a:rPr lang="en-CA"/>
            <a:t>Exploratory Data Analysis (EDA)</a:t>
          </a:r>
        </a:p>
      </dgm:t>
    </dgm:pt>
    <dgm:pt modelId="{80C10F82-CF66-47DB-8732-020D946A8CEF}" type="parTrans" cxnId="{CF3F498C-6E47-4271-A2D6-213F02C68BBD}">
      <dgm:prSet/>
      <dgm:spPr/>
      <dgm:t>
        <a:bodyPr/>
        <a:lstStyle/>
        <a:p>
          <a:endParaRPr lang="en-CA"/>
        </a:p>
      </dgm:t>
    </dgm:pt>
    <dgm:pt modelId="{9E6E2448-8108-4B9C-B37F-B30B7ED92FB1}" type="sibTrans" cxnId="{CF3F498C-6E47-4271-A2D6-213F02C68BBD}">
      <dgm:prSet/>
      <dgm:spPr/>
      <dgm:t>
        <a:bodyPr/>
        <a:lstStyle/>
        <a:p>
          <a:endParaRPr lang="en-CA"/>
        </a:p>
      </dgm:t>
    </dgm:pt>
    <dgm:pt modelId="{E3891FC5-1920-41DC-ACA5-E548C55D3B46}">
      <dgm:prSet phldrT="[Text]"/>
      <dgm:spPr/>
      <dgm:t>
        <a:bodyPr/>
        <a:lstStyle/>
        <a:p>
          <a:r>
            <a:rPr lang="en-CA"/>
            <a:t>Exploratory Data Analysis (EDA)</a:t>
          </a:r>
        </a:p>
      </dgm:t>
    </dgm:pt>
    <dgm:pt modelId="{3C396FC6-65A5-4238-A5CC-5352545A3D52}" type="parTrans" cxnId="{54B1646B-E962-4646-B4BA-20B3AE012F97}">
      <dgm:prSet/>
      <dgm:spPr/>
      <dgm:t>
        <a:bodyPr/>
        <a:lstStyle/>
        <a:p>
          <a:endParaRPr lang="en-CA"/>
        </a:p>
      </dgm:t>
    </dgm:pt>
    <dgm:pt modelId="{B525A5C8-C0C9-4209-A062-BAC2EED02CFA}" type="sibTrans" cxnId="{54B1646B-E962-4646-B4BA-20B3AE012F97}">
      <dgm:prSet/>
      <dgm:spPr/>
      <dgm:t>
        <a:bodyPr/>
        <a:lstStyle/>
        <a:p>
          <a:endParaRPr lang="en-CA"/>
        </a:p>
      </dgm:t>
    </dgm:pt>
    <dgm:pt modelId="{F2C0B247-C02E-4DCB-96A1-35D17A4F7346}">
      <dgm:prSet phldrT="[Text]"/>
      <dgm:spPr/>
      <dgm:t>
        <a:bodyPr/>
        <a:lstStyle/>
        <a:p>
          <a:r>
            <a:rPr lang="en-US"/>
            <a:t>Features Engineering </a:t>
          </a:r>
          <a:endParaRPr lang="en-CA"/>
        </a:p>
      </dgm:t>
    </dgm:pt>
    <dgm:pt modelId="{73B50321-E8D6-413D-BF2C-5E1EA2F74CF4}" type="parTrans" cxnId="{EB7CA3BD-EF39-4A6C-A298-325F6724E981}">
      <dgm:prSet/>
      <dgm:spPr/>
      <dgm:t>
        <a:bodyPr/>
        <a:lstStyle/>
        <a:p>
          <a:endParaRPr lang="en-CA"/>
        </a:p>
      </dgm:t>
    </dgm:pt>
    <dgm:pt modelId="{3B6B630A-2EB8-4AD6-8736-1D273E2B95A5}" type="sibTrans" cxnId="{EB7CA3BD-EF39-4A6C-A298-325F6724E981}">
      <dgm:prSet/>
      <dgm:spPr/>
      <dgm:t>
        <a:bodyPr/>
        <a:lstStyle/>
        <a:p>
          <a:endParaRPr lang="en-CA"/>
        </a:p>
      </dgm:t>
    </dgm:pt>
    <dgm:pt modelId="{C4ADB7EA-3BA0-4584-AA4B-94536D23F82E}">
      <dgm:prSet phldrT="[Text]"/>
      <dgm:spPr/>
      <dgm:t>
        <a:bodyPr/>
        <a:lstStyle/>
        <a:p>
          <a:r>
            <a:rPr lang="en-CA"/>
            <a:t>Clickstream Filter</a:t>
          </a:r>
        </a:p>
      </dgm:t>
    </dgm:pt>
    <dgm:pt modelId="{60096891-7BF8-40E7-AC3E-6D34F84D0323}" type="parTrans" cxnId="{215F779E-F831-49A2-804D-6F0771159989}">
      <dgm:prSet/>
      <dgm:spPr/>
      <dgm:t>
        <a:bodyPr/>
        <a:lstStyle/>
        <a:p>
          <a:endParaRPr lang="en-CA"/>
        </a:p>
      </dgm:t>
    </dgm:pt>
    <dgm:pt modelId="{D6471758-C8D0-4B4A-9202-34AA907B1478}" type="sibTrans" cxnId="{215F779E-F831-49A2-804D-6F0771159989}">
      <dgm:prSet/>
      <dgm:spPr/>
      <dgm:t>
        <a:bodyPr/>
        <a:lstStyle/>
        <a:p>
          <a:endParaRPr lang="en-CA"/>
        </a:p>
      </dgm:t>
    </dgm:pt>
    <dgm:pt modelId="{2DBAEB2B-63E3-4F56-AB48-4F35C3E149C6}">
      <dgm:prSet phldrT="[Text]"/>
      <dgm:spPr/>
      <dgm:t>
        <a:bodyPr/>
        <a:lstStyle/>
        <a:p>
          <a:r>
            <a:rPr lang="en-CA"/>
            <a:t>Stage One filtering</a:t>
          </a:r>
        </a:p>
      </dgm:t>
    </dgm:pt>
    <dgm:pt modelId="{C98BA7CC-7C5C-4A16-8CAB-0E2BDD0C7840}" type="parTrans" cxnId="{983889FA-CB30-46DA-9209-97FA0C3B0F37}">
      <dgm:prSet/>
      <dgm:spPr/>
      <dgm:t>
        <a:bodyPr/>
        <a:lstStyle/>
        <a:p>
          <a:endParaRPr lang="en-CA"/>
        </a:p>
      </dgm:t>
    </dgm:pt>
    <dgm:pt modelId="{ABC3DF46-8A8E-4EF0-A748-84A3C8BEDC0E}" type="sibTrans" cxnId="{983889FA-CB30-46DA-9209-97FA0C3B0F37}">
      <dgm:prSet/>
      <dgm:spPr/>
      <dgm:t>
        <a:bodyPr/>
        <a:lstStyle/>
        <a:p>
          <a:endParaRPr lang="en-CA"/>
        </a:p>
      </dgm:t>
    </dgm:pt>
    <dgm:pt modelId="{1EC8D340-0A07-4D54-854C-2E55EFEAD8A2}">
      <dgm:prSet phldrT="[Text]"/>
      <dgm:spPr/>
      <dgm:t>
        <a:bodyPr/>
        <a:lstStyle/>
        <a:p>
          <a:r>
            <a:rPr lang="en-CA"/>
            <a:t>Stage Two Filtering</a:t>
          </a:r>
        </a:p>
      </dgm:t>
    </dgm:pt>
    <dgm:pt modelId="{FB707504-3B87-4B78-9DF9-B276CC66C3AF}" type="parTrans" cxnId="{0AB456DE-50DC-44A3-9D0A-E26C58B337B3}">
      <dgm:prSet/>
      <dgm:spPr/>
      <dgm:t>
        <a:bodyPr/>
        <a:lstStyle/>
        <a:p>
          <a:endParaRPr lang="en-CA"/>
        </a:p>
      </dgm:t>
    </dgm:pt>
    <dgm:pt modelId="{462156ED-9989-4724-8473-B9FB8806A4CA}" type="sibTrans" cxnId="{0AB456DE-50DC-44A3-9D0A-E26C58B337B3}">
      <dgm:prSet/>
      <dgm:spPr/>
      <dgm:t>
        <a:bodyPr/>
        <a:lstStyle/>
        <a:p>
          <a:endParaRPr lang="en-CA"/>
        </a:p>
      </dgm:t>
    </dgm:pt>
    <dgm:pt modelId="{CC923BEB-C033-45FE-90F3-75F944DA15EA}">
      <dgm:prSet phldrT="[Text]"/>
      <dgm:spPr/>
      <dgm:t>
        <a:bodyPr/>
        <a:lstStyle/>
        <a:p>
          <a:r>
            <a:rPr lang="en-US"/>
            <a:t>Build Recommendation Model</a:t>
          </a:r>
          <a:endParaRPr lang="en-CA"/>
        </a:p>
      </dgm:t>
    </dgm:pt>
    <dgm:pt modelId="{E92E943F-28FF-4C49-A736-5DF40F36FA30}" type="parTrans" cxnId="{589FAD6D-343C-43C5-98AC-C99BC0B8FA4B}">
      <dgm:prSet/>
      <dgm:spPr/>
      <dgm:t>
        <a:bodyPr/>
        <a:lstStyle/>
        <a:p>
          <a:endParaRPr lang="en-CA"/>
        </a:p>
      </dgm:t>
    </dgm:pt>
    <dgm:pt modelId="{E6E1F032-B112-4907-92F6-66F611D063B5}" type="sibTrans" cxnId="{589FAD6D-343C-43C5-98AC-C99BC0B8FA4B}">
      <dgm:prSet/>
      <dgm:spPr/>
      <dgm:t>
        <a:bodyPr/>
        <a:lstStyle/>
        <a:p>
          <a:endParaRPr lang="en-CA"/>
        </a:p>
      </dgm:t>
    </dgm:pt>
    <dgm:pt modelId="{82F449DB-5251-4538-AA2E-14C23BA0F699}">
      <dgm:prSet/>
      <dgm:spPr/>
      <dgm:t>
        <a:bodyPr/>
        <a:lstStyle/>
        <a:p>
          <a:r>
            <a:rPr lang="en-CA"/>
            <a:t>Build Scoring matrix</a:t>
          </a:r>
        </a:p>
      </dgm:t>
    </dgm:pt>
    <dgm:pt modelId="{324FBBD6-516D-4082-A159-8549FCFD0EDB}" type="parTrans" cxnId="{64914B8C-495B-486B-9962-98DB53E62339}">
      <dgm:prSet/>
      <dgm:spPr/>
      <dgm:t>
        <a:bodyPr/>
        <a:lstStyle/>
        <a:p>
          <a:endParaRPr lang="en-CA"/>
        </a:p>
      </dgm:t>
    </dgm:pt>
    <dgm:pt modelId="{9E690D80-7379-4F9D-AD44-078EC207C996}" type="sibTrans" cxnId="{64914B8C-495B-486B-9962-98DB53E62339}">
      <dgm:prSet/>
      <dgm:spPr/>
      <dgm:t>
        <a:bodyPr/>
        <a:lstStyle/>
        <a:p>
          <a:endParaRPr lang="en-CA"/>
        </a:p>
      </dgm:t>
    </dgm:pt>
    <dgm:pt modelId="{2EBE8621-293A-4ACD-A576-1F094713A6FF}">
      <dgm:prSet/>
      <dgm:spPr/>
      <dgm:t>
        <a:bodyPr/>
        <a:lstStyle/>
        <a:p>
          <a:r>
            <a:rPr lang="en-CA"/>
            <a:t>Build Discount Matrix</a:t>
          </a:r>
        </a:p>
      </dgm:t>
    </dgm:pt>
    <dgm:pt modelId="{2AA284A7-C04C-44AD-9888-9B6BA81C4626}" type="parTrans" cxnId="{27A9D2B6-55BC-4B28-9421-DB2C043FDEB1}">
      <dgm:prSet/>
      <dgm:spPr/>
      <dgm:t>
        <a:bodyPr/>
        <a:lstStyle/>
        <a:p>
          <a:endParaRPr lang="en-CA"/>
        </a:p>
      </dgm:t>
    </dgm:pt>
    <dgm:pt modelId="{85FD4727-5130-4CCE-9CA4-7FD45BA98F20}" type="sibTrans" cxnId="{27A9D2B6-55BC-4B28-9421-DB2C043FDEB1}">
      <dgm:prSet/>
      <dgm:spPr/>
      <dgm:t>
        <a:bodyPr/>
        <a:lstStyle/>
        <a:p>
          <a:endParaRPr lang="en-CA"/>
        </a:p>
      </dgm:t>
    </dgm:pt>
    <dgm:pt modelId="{BEA93AF4-4EA9-4F77-9789-0E6678593BA6}">
      <dgm:prSet/>
      <dgm:spPr/>
      <dgm:t>
        <a:bodyPr/>
        <a:lstStyle/>
        <a:p>
          <a:r>
            <a:rPr lang="en-CA" dirty="0"/>
            <a:t>Products Pairs</a:t>
          </a:r>
        </a:p>
      </dgm:t>
    </dgm:pt>
    <dgm:pt modelId="{EA33200B-9545-4B00-8BDE-ADF3E175AD9A}" type="parTrans" cxnId="{06F75B22-11A8-4105-BAC9-D0517BCD729B}">
      <dgm:prSet/>
      <dgm:spPr/>
      <dgm:t>
        <a:bodyPr/>
        <a:lstStyle/>
        <a:p>
          <a:endParaRPr lang="en-CA"/>
        </a:p>
      </dgm:t>
    </dgm:pt>
    <dgm:pt modelId="{FBB8D773-CDD2-4FC2-B75F-B85D90C4EB30}" type="sibTrans" cxnId="{06F75B22-11A8-4105-BAC9-D0517BCD729B}">
      <dgm:prSet/>
      <dgm:spPr/>
      <dgm:t>
        <a:bodyPr/>
        <a:lstStyle/>
        <a:p>
          <a:endParaRPr lang="en-CA"/>
        </a:p>
      </dgm:t>
    </dgm:pt>
    <dgm:pt modelId="{14EDEAFC-1EBC-4596-BE5C-640F13814926}" type="pres">
      <dgm:prSet presAssocID="{EC2AE063-918A-442E-A077-C577C9982134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CA"/>
        </a:p>
      </dgm:t>
    </dgm:pt>
    <dgm:pt modelId="{B1549001-FCE0-4549-8D44-D9F0C9597A74}" type="pres">
      <dgm:prSet presAssocID="{5F25CB78-F1AE-4B44-A9F2-4437F8272E84}" presName="root" presStyleCnt="0"/>
      <dgm:spPr/>
      <dgm:t>
        <a:bodyPr/>
        <a:lstStyle/>
        <a:p>
          <a:endParaRPr lang="en-CA"/>
        </a:p>
      </dgm:t>
    </dgm:pt>
    <dgm:pt modelId="{B42931AF-8C6C-4FFA-93FA-77942081AEAF}" type="pres">
      <dgm:prSet presAssocID="{5F25CB78-F1AE-4B44-A9F2-4437F8272E84}" presName="rootComposite" presStyleCnt="0"/>
      <dgm:spPr/>
      <dgm:t>
        <a:bodyPr/>
        <a:lstStyle/>
        <a:p>
          <a:endParaRPr lang="en-CA"/>
        </a:p>
      </dgm:t>
    </dgm:pt>
    <dgm:pt modelId="{B3F84539-055C-4698-9137-43F124B9AC98}" type="pres">
      <dgm:prSet presAssocID="{5F25CB78-F1AE-4B44-A9F2-4437F8272E84}" presName="rootText" presStyleLbl="node1" presStyleIdx="0" presStyleCnt="3"/>
      <dgm:spPr/>
      <dgm:t>
        <a:bodyPr/>
        <a:lstStyle/>
        <a:p>
          <a:endParaRPr lang="en-CA"/>
        </a:p>
      </dgm:t>
    </dgm:pt>
    <dgm:pt modelId="{11461985-1B7C-4425-AB0B-823613CB5624}" type="pres">
      <dgm:prSet presAssocID="{5F25CB78-F1AE-4B44-A9F2-4437F8272E84}" presName="rootConnector" presStyleLbl="node1" presStyleIdx="0" presStyleCnt="3"/>
      <dgm:spPr/>
      <dgm:t>
        <a:bodyPr/>
        <a:lstStyle/>
        <a:p>
          <a:endParaRPr lang="en-CA"/>
        </a:p>
      </dgm:t>
    </dgm:pt>
    <dgm:pt modelId="{58E34EA7-B668-4B66-8A11-43A15777FD1A}" type="pres">
      <dgm:prSet presAssocID="{5F25CB78-F1AE-4B44-A9F2-4437F8272E84}" presName="childShape" presStyleCnt="0"/>
      <dgm:spPr/>
      <dgm:t>
        <a:bodyPr/>
        <a:lstStyle/>
        <a:p>
          <a:endParaRPr lang="en-CA"/>
        </a:p>
      </dgm:t>
    </dgm:pt>
    <dgm:pt modelId="{1F59F6A8-A8D1-417D-8994-ED7BF2F94C30}" type="pres">
      <dgm:prSet presAssocID="{3C396FC6-65A5-4238-A5CC-5352545A3D52}" presName="Name13" presStyleLbl="parChTrans1D2" presStyleIdx="0" presStyleCnt="7"/>
      <dgm:spPr/>
      <dgm:t>
        <a:bodyPr/>
        <a:lstStyle/>
        <a:p>
          <a:endParaRPr lang="en-CA"/>
        </a:p>
      </dgm:t>
    </dgm:pt>
    <dgm:pt modelId="{18145B9D-5816-487B-B2D2-001688CDF177}" type="pres">
      <dgm:prSet presAssocID="{E3891FC5-1920-41DC-ACA5-E548C55D3B46}" presName="childText" presStyleLbl="bgAcc1" presStyleIdx="0" presStyleCnt="7">
        <dgm:presLayoutVars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E3189525-2C9E-4454-905F-CD791CE44744}" type="pres">
      <dgm:prSet presAssocID="{73B50321-E8D6-413D-BF2C-5E1EA2F74CF4}" presName="Name13" presStyleLbl="parChTrans1D2" presStyleIdx="1" presStyleCnt="7"/>
      <dgm:spPr/>
      <dgm:t>
        <a:bodyPr/>
        <a:lstStyle/>
        <a:p>
          <a:endParaRPr lang="en-CA"/>
        </a:p>
      </dgm:t>
    </dgm:pt>
    <dgm:pt modelId="{75628242-CDF6-41BA-8ACE-EDE27EAC8935}" type="pres">
      <dgm:prSet presAssocID="{F2C0B247-C02E-4DCB-96A1-35D17A4F7346}" presName="childText" presStyleLbl="bgAcc1" presStyleIdx="1" presStyleCnt="7">
        <dgm:presLayoutVars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E56846AB-C948-43B1-A17F-B24027CD9B5F}" type="pres">
      <dgm:prSet presAssocID="{C4ADB7EA-3BA0-4584-AA4B-94536D23F82E}" presName="root" presStyleCnt="0"/>
      <dgm:spPr/>
      <dgm:t>
        <a:bodyPr/>
        <a:lstStyle/>
        <a:p>
          <a:endParaRPr lang="en-CA"/>
        </a:p>
      </dgm:t>
    </dgm:pt>
    <dgm:pt modelId="{CCFD232D-85A4-4D3C-B94C-C755B17DE55C}" type="pres">
      <dgm:prSet presAssocID="{C4ADB7EA-3BA0-4584-AA4B-94536D23F82E}" presName="rootComposite" presStyleCnt="0"/>
      <dgm:spPr/>
      <dgm:t>
        <a:bodyPr/>
        <a:lstStyle/>
        <a:p>
          <a:endParaRPr lang="en-CA"/>
        </a:p>
      </dgm:t>
    </dgm:pt>
    <dgm:pt modelId="{D0EC5611-E474-467D-B2EE-D05E3509D8A6}" type="pres">
      <dgm:prSet presAssocID="{C4ADB7EA-3BA0-4584-AA4B-94536D23F82E}" presName="rootText" presStyleLbl="node1" presStyleIdx="1" presStyleCnt="3"/>
      <dgm:spPr/>
      <dgm:t>
        <a:bodyPr/>
        <a:lstStyle/>
        <a:p>
          <a:endParaRPr lang="en-CA"/>
        </a:p>
      </dgm:t>
    </dgm:pt>
    <dgm:pt modelId="{9F4C12A2-737D-449F-AF96-67F0979A9680}" type="pres">
      <dgm:prSet presAssocID="{C4ADB7EA-3BA0-4584-AA4B-94536D23F82E}" presName="rootConnector" presStyleLbl="node1" presStyleIdx="1" presStyleCnt="3"/>
      <dgm:spPr/>
      <dgm:t>
        <a:bodyPr/>
        <a:lstStyle/>
        <a:p>
          <a:endParaRPr lang="en-CA"/>
        </a:p>
      </dgm:t>
    </dgm:pt>
    <dgm:pt modelId="{A9121809-E558-4590-80A0-A64A5D578E2E}" type="pres">
      <dgm:prSet presAssocID="{C4ADB7EA-3BA0-4584-AA4B-94536D23F82E}" presName="childShape" presStyleCnt="0"/>
      <dgm:spPr/>
      <dgm:t>
        <a:bodyPr/>
        <a:lstStyle/>
        <a:p>
          <a:endParaRPr lang="en-CA"/>
        </a:p>
      </dgm:t>
    </dgm:pt>
    <dgm:pt modelId="{8F472EDD-6E65-4085-873F-6FC513787A1D}" type="pres">
      <dgm:prSet presAssocID="{C98BA7CC-7C5C-4A16-8CAB-0E2BDD0C7840}" presName="Name13" presStyleLbl="parChTrans1D2" presStyleIdx="2" presStyleCnt="7"/>
      <dgm:spPr/>
      <dgm:t>
        <a:bodyPr/>
        <a:lstStyle/>
        <a:p>
          <a:endParaRPr lang="en-CA"/>
        </a:p>
      </dgm:t>
    </dgm:pt>
    <dgm:pt modelId="{AF1B0327-4DEB-4488-B0FF-5A43A8BD9E28}" type="pres">
      <dgm:prSet presAssocID="{2DBAEB2B-63E3-4F56-AB48-4F35C3E149C6}" presName="childText" presStyleLbl="bgAcc1" presStyleIdx="2" presStyleCnt="7">
        <dgm:presLayoutVars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790758C3-0073-4EB6-9711-FD45CCC155EB}" type="pres">
      <dgm:prSet presAssocID="{FB707504-3B87-4B78-9DF9-B276CC66C3AF}" presName="Name13" presStyleLbl="parChTrans1D2" presStyleIdx="3" presStyleCnt="7"/>
      <dgm:spPr/>
      <dgm:t>
        <a:bodyPr/>
        <a:lstStyle/>
        <a:p>
          <a:endParaRPr lang="en-CA"/>
        </a:p>
      </dgm:t>
    </dgm:pt>
    <dgm:pt modelId="{A82BA6FB-9A64-4F28-9562-F72CD223FAF8}" type="pres">
      <dgm:prSet presAssocID="{1EC8D340-0A07-4D54-854C-2E55EFEAD8A2}" presName="childText" presStyleLbl="bgAcc1" presStyleIdx="3" presStyleCnt="7">
        <dgm:presLayoutVars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AEA5D651-CA82-46A0-A78B-3A3848C2E121}" type="pres">
      <dgm:prSet presAssocID="{CC923BEB-C033-45FE-90F3-75F944DA15EA}" presName="root" presStyleCnt="0"/>
      <dgm:spPr/>
      <dgm:t>
        <a:bodyPr/>
        <a:lstStyle/>
        <a:p>
          <a:endParaRPr lang="en-CA"/>
        </a:p>
      </dgm:t>
    </dgm:pt>
    <dgm:pt modelId="{BBFB7CAB-DF61-4846-B657-F3A2F600FB1C}" type="pres">
      <dgm:prSet presAssocID="{CC923BEB-C033-45FE-90F3-75F944DA15EA}" presName="rootComposite" presStyleCnt="0"/>
      <dgm:spPr/>
      <dgm:t>
        <a:bodyPr/>
        <a:lstStyle/>
        <a:p>
          <a:endParaRPr lang="en-CA"/>
        </a:p>
      </dgm:t>
    </dgm:pt>
    <dgm:pt modelId="{D905B286-E986-4DCA-B466-A64CE4597CAB}" type="pres">
      <dgm:prSet presAssocID="{CC923BEB-C033-45FE-90F3-75F944DA15EA}" presName="rootText" presStyleLbl="node1" presStyleIdx="2" presStyleCnt="3"/>
      <dgm:spPr/>
      <dgm:t>
        <a:bodyPr/>
        <a:lstStyle/>
        <a:p>
          <a:endParaRPr lang="en-CA"/>
        </a:p>
      </dgm:t>
    </dgm:pt>
    <dgm:pt modelId="{DC236D85-313F-4DE6-92F2-D9641178A2ED}" type="pres">
      <dgm:prSet presAssocID="{CC923BEB-C033-45FE-90F3-75F944DA15EA}" presName="rootConnector" presStyleLbl="node1" presStyleIdx="2" presStyleCnt="3"/>
      <dgm:spPr/>
      <dgm:t>
        <a:bodyPr/>
        <a:lstStyle/>
        <a:p>
          <a:endParaRPr lang="en-CA"/>
        </a:p>
      </dgm:t>
    </dgm:pt>
    <dgm:pt modelId="{F39F025A-A999-4A05-AEF8-42C49EB83A0D}" type="pres">
      <dgm:prSet presAssocID="{CC923BEB-C033-45FE-90F3-75F944DA15EA}" presName="childShape" presStyleCnt="0"/>
      <dgm:spPr/>
      <dgm:t>
        <a:bodyPr/>
        <a:lstStyle/>
        <a:p>
          <a:endParaRPr lang="en-CA"/>
        </a:p>
      </dgm:t>
    </dgm:pt>
    <dgm:pt modelId="{C85D8A59-770B-4FAD-B912-7FA5B919E655}" type="pres">
      <dgm:prSet presAssocID="{324FBBD6-516D-4082-A159-8549FCFD0EDB}" presName="Name13" presStyleLbl="parChTrans1D2" presStyleIdx="4" presStyleCnt="7"/>
      <dgm:spPr/>
      <dgm:t>
        <a:bodyPr/>
        <a:lstStyle/>
        <a:p>
          <a:endParaRPr lang="en-CA"/>
        </a:p>
      </dgm:t>
    </dgm:pt>
    <dgm:pt modelId="{121222C3-869B-4A38-99DA-7342C81A04C7}" type="pres">
      <dgm:prSet presAssocID="{82F449DB-5251-4538-AA2E-14C23BA0F699}" presName="childText" presStyleLbl="bgAcc1" presStyleIdx="4" presStyleCnt="7" custLinFactNeighborX="760">
        <dgm:presLayoutVars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0866E98F-B2A9-4AB6-9924-25DB8694D8BB}" type="pres">
      <dgm:prSet presAssocID="{2AA284A7-C04C-44AD-9888-9B6BA81C4626}" presName="Name13" presStyleLbl="parChTrans1D2" presStyleIdx="5" presStyleCnt="7"/>
      <dgm:spPr/>
      <dgm:t>
        <a:bodyPr/>
        <a:lstStyle/>
        <a:p>
          <a:endParaRPr lang="en-CA"/>
        </a:p>
      </dgm:t>
    </dgm:pt>
    <dgm:pt modelId="{D7FE73B2-D8F7-44C3-82F5-A0CCC9A4335D}" type="pres">
      <dgm:prSet presAssocID="{2EBE8621-293A-4ACD-A576-1F094713A6FF}" presName="childText" presStyleLbl="bgAcc1" presStyleIdx="5" presStyleCnt="7">
        <dgm:presLayoutVars>
          <dgm:bulletEnabled val="1"/>
        </dgm:presLayoutVars>
      </dgm:prSet>
      <dgm:spPr/>
      <dgm:t>
        <a:bodyPr/>
        <a:lstStyle/>
        <a:p>
          <a:endParaRPr lang="en-CA"/>
        </a:p>
      </dgm:t>
    </dgm:pt>
    <dgm:pt modelId="{D1C2F1A1-D1BB-4798-A441-19C18A781A4E}" type="pres">
      <dgm:prSet presAssocID="{EA33200B-9545-4B00-8BDE-ADF3E175AD9A}" presName="Name13" presStyleLbl="parChTrans1D2" presStyleIdx="6" presStyleCnt="7"/>
      <dgm:spPr/>
      <dgm:t>
        <a:bodyPr/>
        <a:lstStyle/>
        <a:p>
          <a:endParaRPr lang="en-CA"/>
        </a:p>
      </dgm:t>
    </dgm:pt>
    <dgm:pt modelId="{599871D6-4F42-48BD-AC9F-5819C1AB6236}" type="pres">
      <dgm:prSet presAssocID="{BEA93AF4-4EA9-4F77-9789-0E6678593BA6}" presName="childText" presStyleLbl="bgAcc1" presStyleIdx="6" presStyleCnt="7">
        <dgm:presLayoutVars>
          <dgm:bulletEnabled val="1"/>
        </dgm:presLayoutVars>
      </dgm:prSet>
      <dgm:spPr/>
      <dgm:t>
        <a:bodyPr/>
        <a:lstStyle/>
        <a:p>
          <a:endParaRPr lang="en-CA"/>
        </a:p>
      </dgm:t>
    </dgm:pt>
  </dgm:ptLst>
  <dgm:cxnLst>
    <dgm:cxn modelId="{D7DAAD62-D3D8-4936-B090-06C62C14780D}" type="presOf" srcId="{73B50321-E8D6-413D-BF2C-5E1EA2F74CF4}" destId="{E3189525-2C9E-4454-905F-CD791CE44744}" srcOrd="0" destOrd="0" presId="urn:microsoft.com/office/officeart/2005/8/layout/hierarchy3"/>
    <dgm:cxn modelId="{94F9D21D-1FAF-49BA-B938-E11D61BE4BEF}" type="presOf" srcId="{2EBE8621-293A-4ACD-A576-1F094713A6FF}" destId="{D7FE73B2-D8F7-44C3-82F5-A0CCC9A4335D}" srcOrd="0" destOrd="0" presId="urn:microsoft.com/office/officeart/2005/8/layout/hierarchy3"/>
    <dgm:cxn modelId="{983889FA-CB30-46DA-9209-97FA0C3B0F37}" srcId="{C4ADB7EA-3BA0-4584-AA4B-94536D23F82E}" destId="{2DBAEB2B-63E3-4F56-AB48-4F35C3E149C6}" srcOrd="0" destOrd="0" parTransId="{C98BA7CC-7C5C-4A16-8CAB-0E2BDD0C7840}" sibTransId="{ABC3DF46-8A8E-4EF0-A748-84A3C8BEDC0E}"/>
    <dgm:cxn modelId="{EF1DA4E9-C8FE-4259-ADD9-0874502DF263}" type="presOf" srcId="{C4ADB7EA-3BA0-4584-AA4B-94536D23F82E}" destId="{9F4C12A2-737D-449F-AF96-67F0979A9680}" srcOrd="1" destOrd="0" presId="urn:microsoft.com/office/officeart/2005/8/layout/hierarchy3"/>
    <dgm:cxn modelId="{45FF197F-A240-4412-91A4-9FC4A9D030E2}" type="presOf" srcId="{5F25CB78-F1AE-4B44-A9F2-4437F8272E84}" destId="{11461985-1B7C-4425-AB0B-823613CB5624}" srcOrd="1" destOrd="0" presId="urn:microsoft.com/office/officeart/2005/8/layout/hierarchy3"/>
    <dgm:cxn modelId="{84D0B275-C150-4E2C-9D21-5E9DB7FFA68B}" type="presOf" srcId="{2AA284A7-C04C-44AD-9888-9B6BA81C4626}" destId="{0866E98F-B2A9-4AB6-9924-25DB8694D8BB}" srcOrd="0" destOrd="0" presId="urn:microsoft.com/office/officeart/2005/8/layout/hierarchy3"/>
    <dgm:cxn modelId="{D1B15F61-B2C5-4A3E-B1FB-AF1D74B108B9}" type="presOf" srcId="{EA33200B-9545-4B00-8BDE-ADF3E175AD9A}" destId="{D1C2F1A1-D1BB-4798-A441-19C18A781A4E}" srcOrd="0" destOrd="0" presId="urn:microsoft.com/office/officeart/2005/8/layout/hierarchy3"/>
    <dgm:cxn modelId="{54B1646B-E962-4646-B4BA-20B3AE012F97}" srcId="{5F25CB78-F1AE-4B44-A9F2-4437F8272E84}" destId="{E3891FC5-1920-41DC-ACA5-E548C55D3B46}" srcOrd="0" destOrd="0" parTransId="{3C396FC6-65A5-4238-A5CC-5352545A3D52}" sibTransId="{B525A5C8-C0C9-4209-A062-BAC2EED02CFA}"/>
    <dgm:cxn modelId="{CE94262D-FE53-4776-A5FB-E3F94039A638}" type="presOf" srcId="{C4ADB7EA-3BA0-4584-AA4B-94536D23F82E}" destId="{D0EC5611-E474-467D-B2EE-D05E3509D8A6}" srcOrd="0" destOrd="0" presId="urn:microsoft.com/office/officeart/2005/8/layout/hierarchy3"/>
    <dgm:cxn modelId="{5A28851F-3F6F-420D-9DCF-FA75D4D8A158}" type="presOf" srcId="{2DBAEB2B-63E3-4F56-AB48-4F35C3E149C6}" destId="{AF1B0327-4DEB-4488-B0FF-5A43A8BD9E28}" srcOrd="0" destOrd="0" presId="urn:microsoft.com/office/officeart/2005/8/layout/hierarchy3"/>
    <dgm:cxn modelId="{34537370-717A-489B-8D3B-599FA706A870}" type="presOf" srcId="{324FBBD6-516D-4082-A159-8549FCFD0EDB}" destId="{C85D8A59-770B-4FAD-B912-7FA5B919E655}" srcOrd="0" destOrd="0" presId="urn:microsoft.com/office/officeart/2005/8/layout/hierarchy3"/>
    <dgm:cxn modelId="{64914B8C-495B-486B-9962-98DB53E62339}" srcId="{CC923BEB-C033-45FE-90F3-75F944DA15EA}" destId="{82F449DB-5251-4538-AA2E-14C23BA0F699}" srcOrd="0" destOrd="0" parTransId="{324FBBD6-516D-4082-A159-8549FCFD0EDB}" sibTransId="{9E690D80-7379-4F9D-AD44-078EC207C996}"/>
    <dgm:cxn modelId="{215F779E-F831-49A2-804D-6F0771159989}" srcId="{EC2AE063-918A-442E-A077-C577C9982134}" destId="{C4ADB7EA-3BA0-4584-AA4B-94536D23F82E}" srcOrd="1" destOrd="0" parTransId="{60096891-7BF8-40E7-AC3E-6D34F84D0323}" sibTransId="{D6471758-C8D0-4B4A-9202-34AA907B1478}"/>
    <dgm:cxn modelId="{11734B52-596A-466C-BAB5-AF7FB8EBAE97}" type="presOf" srcId="{C98BA7CC-7C5C-4A16-8CAB-0E2BDD0C7840}" destId="{8F472EDD-6E65-4085-873F-6FC513787A1D}" srcOrd="0" destOrd="0" presId="urn:microsoft.com/office/officeart/2005/8/layout/hierarchy3"/>
    <dgm:cxn modelId="{61714F74-2060-4B33-8FCA-AAA7BC45BEB9}" type="presOf" srcId="{FB707504-3B87-4B78-9DF9-B276CC66C3AF}" destId="{790758C3-0073-4EB6-9711-FD45CCC155EB}" srcOrd="0" destOrd="0" presId="urn:microsoft.com/office/officeart/2005/8/layout/hierarchy3"/>
    <dgm:cxn modelId="{8ADF7E03-E4AF-49D9-BFE3-0201C127A74F}" type="presOf" srcId="{3C396FC6-65A5-4238-A5CC-5352545A3D52}" destId="{1F59F6A8-A8D1-417D-8994-ED7BF2F94C30}" srcOrd="0" destOrd="0" presId="urn:microsoft.com/office/officeart/2005/8/layout/hierarchy3"/>
    <dgm:cxn modelId="{E4A3BFC2-FCA8-42CB-B8E4-73C241EDAA47}" type="presOf" srcId="{E3891FC5-1920-41DC-ACA5-E548C55D3B46}" destId="{18145B9D-5816-487B-B2D2-001688CDF177}" srcOrd="0" destOrd="0" presId="urn:microsoft.com/office/officeart/2005/8/layout/hierarchy3"/>
    <dgm:cxn modelId="{1DB725C2-B393-4043-823D-66A7D85AE12F}" type="presOf" srcId="{5F25CB78-F1AE-4B44-A9F2-4437F8272E84}" destId="{B3F84539-055C-4698-9137-43F124B9AC98}" srcOrd="0" destOrd="0" presId="urn:microsoft.com/office/officeart/2005/8/layout/hierarchy3"/>
    <dgm:cxn modelId="{5368CF49-5A05-423B-A74F-A820B49A546A}" type="presOf" srcId="{1EC8D340-0A07-4D54-854C-2E55EFEAD8A2}" destId="{A82BA6FB-9A64-4F28-9562-F72CD223FAF8}" srcOrd="0" destOrd="0" presId="urn:microsoft.com/office/officeart/2005/8/layout/hierarchy3"/>
    <dgm:cxn modelId="{2CAF9166-3FDB-47F1-A25C-4A9C704089B0}" type="presOf" srcId="{EC2AE063-918A-442E-A077-C577C9982134}" destId="{14EDEAFC-1EBC-4596-BE5C-640F13814926}" srcOrd="0" destOrd="0" presId="urn:microsoft.com/office/officeart/2005/8/layout/hierarchy3"/>
    <dgm:cxn modelId="{EB7CA3BD-EF39-4A6C-A298-325F6724E981}" srcId="{5F25CB78-F1AE-4B44-A9F2-4437F8272E84}" destId="{F2C0B247-C02E-4DCB-96A1-35D17A4F7346}" srcOrd="1" destOrd="0" parTransId="{73B50321-E8D6-413D-BF2C-5E1EA2F74CF4}" sibTransId="{3B6B630A-2EB8-4AD6-8736-1D273E2B95A5}"/>
    <dgm:cxn modelId="{6DE65E42-FC85-4A73-90A1-8E32AA5A65BD}" type="presOf" srcId="{BEA93AF4-4EA9-4F77-9789-0E6678593BA6}" destId="{599871D6-4F42-48BD-AC9F-5819C1AB6236}" srcOrd="0" destOrd="0" presId="urn:microsoft.com/office/officeart/2005/8/layout/hierarchy3"/>
    <dgm:cxn modelId="{3AE34EF2-68B0-40AA-A658-B1DBFA924538}" type="presOf" srcId="{F2C0B247-C02E-4DCB-96A1-35D17A4F7346}" destId="{75628242-CDF6-41BA-8ACE-EDE27EAC8935}" srcOrd="0" destOrd="0" presId="urn:microsoft.com/office/officeart/2005/8/layout/hierarchy3"/>
    <dgm:cxn modelId="{27A9D2B6-55BC-4B28-9421-DB2C043FDEB1}" srcId="{CC923BEB-C033-45FE-90F3-75F944DA15EA}" destId="{2EBE8621-293A-4ACD-A576-1F094713A6FF}" srcOrd="1" destOrd="0" parTransId="{2AA284A7-C04C-44AD-9888-9B6BA81C4626}" sibTransId="{85FD4727-5130-4CCE-9CA4-7FD45BA98F20}"/>
    <dgm:cxn modelId="{2735281F-E082-43B7-9851-3EF75A29694B}" type="presOf" srcId="{CC923BEB-C033-45FE-90F3-75F944DA15EA}" destId="{D905B286-E986-4DCA-B466-A64CE4597CAB}" srcOrd="0" destOrd="0" presId="urn:microsoft.com/office/officeart/2005/8/layout/hierarchy3"/>
    <dgm:cxn modelId="{30B7CF70-4F46-4345-A728-702FEC6D6F06}" type="presOf" srcId="{CC923BEB-C033-45FE-90F3-75F944DA15EA}" destId="{DC236D85-313F-4DE6-92F2-D9641178A2ED}" srcOrd="1" destOrd="0" presId="urn:microsoft.com/office/officeart/2005/8/layout/hierarchy3"/>
    <dgm:cxn modelId="{589FAD6D-343C-43C5-98AC-C99BC0B8FA4B}" srcId="{EC2AE063-918A-442E-A077-C577C9982134}" destId="{CC923BEB-C033-45FE-90F3-75F944DA15EA}" srcOrd="2" destOrd="0" parTransId="{E92E943F-28FF-4C49-A736-5DF40F36FA30}" sibTransId="{E6E1F032-B112-4907-92F6-66F611D063B5}"/>
    <dgm:cxn modelId="{06F75B22-11A8-4105-BAC9-D0517BCD729B}" srcId="{CC923BEB-C033-45FE-90F3-75F944DA15EA}" destId="{BEA93AF4-4EA9-4F77-9789-0E6678593BA6}" srcOrd="2" destOrd="0" parTransId="{EA33200B-9545-4B00-8BDE-ADF3E175AD9A}" sibTransId="{FBB8D773-CDD2-4FC2-B75F-B85D90C4EB30}"/>
    <dgm:cxn modelId="{CF3F498C-6E47-4271-A2D6-213F02C68BBD}" srcId="{EC2AE063-918A-442E-A077-C577C9982134}" destId="{5F25CB78-F1AE-4B44-A9F2-4437F8272E84}" srcOrd="0" destOrd="0" parTransId="{80C10F82-CF66-47DB-8732-020D946A8CEF}" sibTransId="{9E6E2448-8108-4B9C-B37F-B30B7ED92FB1}"/>
    <dgm:cxn modelId="{F725EC31-FBAE-482F-AAB2-8C5FF41626E4}" type="presOf" srcId="{82F449DB-5251-4538-AA2E-14C23BA0F699}" destId="{121222C3-869B-4A38-99DA-7342C81A04C7}" srcOrd="0" destOrd="0" presId="urn:microsoft.com/office/officeart/2005/8/layout/hierarchy3"/>
    <dgm:cxn modelId="{0AB456DE-50DC-44A3-9D0A-E26C58B337B3}" srcId="{C4ADB7EA-3BA0-4584-AA4B-94536D23F82E}" destId="{1EC8D340-0A07-4D54-854C-2E55EFEAD8A2}" srcOrd="1" destOrd="0" parTransId="{FB707504-3B87-4B78-9DF9-B276CC66C3AF}" sibTransId="{462156ED-9989-4724-8473-B9FB8806A4CA}"/>
    <dgm:cxn modelId="{AE0AC96B-5FF4-4CA4-8321-3375CC04928B}" type="presParOf" srcId="{14EDEAFC-1EBC-4596-BE5C-640F13814926}" destId="{B1549001-FCE0-4549-8D44-D9F0C9597A74}" srcOrd="0" destOrd="0" presId="urn:microsoft.com/office/officeart/2005/8/layout/hierarchy3"/>
    <dgm:cxn modelId="{7BEF8B54-41C4-42E3-B6FA-5699C7D4AA50}" type="presParOf" srcId="{B1549001-FCE0-4549-8D44-D9F0C9597A74}" destId="{B42931AF-8C6C-4FFA-93FA-77942081AEAF}" srcOrd="0" destOrd="0" presId="urn:microsoft.com/office/officeart/2005/8/layout/hierarchy3"/>
    <dgm:cxn modelId="{8556DD42-4428-4A32-A94E-60BB48EB1C06}" type="presParOf" srcId="{B42931AF-8C6C-4FFA-93FA-77942081AEAF}" destId="{B3F84539-055C-4698-9137-43F124B9AC98}" srcOrd="0" destOrd="0" presId="urn:microsoft.com/office/officeart/2005/8/layout/hierarchy3"/>
    <dgm:cxn modelId="{13547935-C591-40F2-9296-A0111A04085A}" type="presParOf" srcId="{B42931AF-8C6C-4FFA-93FA-77942081AEAF}" destId="{11461985-1B7C-4425-AB0B-823613CB5624}" srcOrd="1" destOrd="0" presId="urn:microsoft.com/office/officeart/2005/8/layout/hierarchy3"/>
    <dgm:cxn modelId="{C4FE42E8-10AD-4B6F-ABD5-D12364BEDFBB}" type="presParOf" srcId="{B1549001-FCE0-4549-8D44-D9F0C9597A74}" destId="{58E34EA7-B668-4B66-8A11-43A15777FD1A}" srcOrd="1" destOrd="0" presId="urn:microsoft.com/office/officeart/2005/8/layout/hierarchy3"/>
    <dgm:cxn modelId="{047D33AF-59C7-4D9D-8743-758210546CE8}" type="presParOf" srcId="{58E34EA7-B668-4B66-8A11-43A15777FD1A}" destId="{1F59F6A8-A8D1-417D-8994-ED7BF2F94C30}" srcOrd="0" destOrd="0" presId="urn:microsoft.com/office/officeart/2005/8/layout/hierarchy3"/>
    <dgm:cxn modelId="{ABB685CA-7179-4D20-88E0-49AA69879DDE}" type="presParOf" srcId="{58E34EA7-B668-4B66-8A11-43A15777FD1A}" destId="{18145B9D-5816-487B-B2D2-001688CDF177}" srcOrd="1" destOrd="0" presId="urn:microsoft.com/office/officeart/2005/8/layout/hierarchy3"/>
    <dgm:cxn modelId="{637400CD-FA36-40B8-8E33-2F465F127D39}" type="presParOf" srcId="{58E34EA7-B668-4B66-8A11-43A15777FD1A}" destId="{E3189525-2C9E-4454-905F-CD791CE44744}" srcOrd="2" destOrd="0" presId="urn:microsoft.com/office/officeart/2005/8/layout/hierarchy3"/>
    <dgm:cxn modelId="{160535D6-0CC5-48E3-869A-55DDC1F1DDE8}" type="presParOf" srcId="{58E34EA7-B668-4B66-8A11-43A15777FD1A}" destId="{75628242-CDF6-41BA-8ACE-EDE27EAC8935}" srcOrd="3" destOrd="0" presId="urn:microsoft.com/office/officeart/2005/8/layout/hierarchy3"/>
    <dgm:cxn modelId="{2AF3F0F0-53EB-4888-B5AD-45C483986067}" type="presParOf" srcId="{14EDEAFC-1EBC-4596-BE5C-640F13814926}" destId="{E56846AB-C948-43B1-A17F-B24027CD9B5F}" srcOrd="1" destOrd="0" presId="urn:microsoft.com/office/officeart/2005/8/layout/hierarchy3"/>
    <dgm:cxn modelId="{9BCCA5F1-9439-4C51-90F7-E88946DC2BDF}" type="presParOf" srcId="{E56846AB-C948-43B1-A17F-B24027CD9B5F}" destId="{CCFD232D-85A4-4D3C-B94C-C755B17DE55C}" srcOrd="0" destOrd="0" presId="urn:microsoft.com/office/officeart/2005/8/layout/hierarchy3"/>
    <dgm:cxn modelId="{633B88C2-1015-4BB0-A076-6BDA9628A7BA}" type="presParOf" srcId="{CCFD232D-85A4-4D3C-B94C-C755B17DE55C}" destId="{D0EC5611-E474-467D-B2EE-D05E3509D8A6}" srcOrd="0" destOrd="0" presId="urn:microsoft.com/office/officeart/2005/8/layout/hierarchy3"/>
    <dgm:cxn modelId="{3B554C9D-DE1E-4AB6-B9B3-2E0E1CCA6F00}" type="presParOf" srcId="{CCFD232D-85A4-4D3C-B94C-C755B17DE55C}" destId="{9F4C12A2-737D-449F-AF96-67F0979A9680}" srcOrd="1" destOrd="0" presId="urn:microsoft.com/office/officeart/2005/8/layout/hierarchy3"/>
    <dgm:cxn modelId="{3DF54156-734D-4B90-AB98-D4F5D8ACEC28}" type="presParOf" srcId="{E56846AB-C948-43B1-A17F-B24027CD9B5F}" destId="{A9121809-E558-4590-80A0-A64A5D578E2E}" srcOrd="1" destOrd="0" presId="urn:microsoft.com/office/officeart/2005/8/layout/hierarchy3"/>
    <dgm:cxn modelId="{0B9D082C-B2DB-4F4D-87C2-A1240163246F}" type="presParOf" srcId="{A9121809-E558-4590-80A0-A64A5D578E2E}" destId="{8F472EDD-6E65-4085-873F-6FC513787A1D}" srcOrd="0" destOrd="0" presId="urn:microsoft.com/office/officeart/2005/8/layout/hierarchy3"/>
    <dgm:cxn modelId="{96C142DA-038C-409A-B671-A38FCD5A6F91}" type="presParOf" srcId="{A9121809-E558-4590-80A0-A64A5D578E2E}" destId="{AF1B0327-4DEB-4488-B0FF-5A43A8BD9E28}" srcOrd="1" destOrd="0" presId="urn:microsoft.com/office/officeart/2005/8/layout/hierarchy3"/>
    <dgm:cxn modelId="{51EAE942-87E4-4896-9394-4DA30101C3D0}" type="presParOf" srcId="{A9121809-E558-4590-80A0-A64A5D578E2E}" destId="{790758C3-0073-4EB6-9711-FD45CCC155EB}" srcOrd="2" destOrd="0" presId="urn:microsoft.com/office/officeart/2005/8/layout/hierarchy3"/>
    <dgm:cxn modelId="{A81659D8-6690-4B9A-B181-DBDE4DB1D4E7}" type="presParOf" srcId="{A9121809-E558-4590-80A0-A64A5D578E2E}" destId="{A82BA6FB-9A64-4F28-9562-F72CD223FAF8}" srcOrd="3" destOrd="0" presId="urn:microsoft.com/office/officeart/2005/8/layout/hierarchy3"/>
    <dgm:cxn modelId="{A375A9EC-0985-42C7-82D6-0910E5F445EB}" type="presParOf" srcId="{14EDEAFC-1EBC-4596-BE5C-640F13814926}" destId="{AEA5D651-CA82-46A0-A78B-3A3848C2E121}" srcOrd="2" destOrd="0" presId="urn:microsoft.com/office/officeart/2005/8/layout/hierarchy3"/>
    <dgm:cxn modelId="{543711DB-09B0-442E-A6AB-19F0FE4DBB73}" type="presParOf" srcId="{AEA5D651-CA82-46A0-A78B-3A3848C2E121}" destId="{BBFB7CAB-DF61-4846-B657-F3A2F600FB1C}" srcOrd="0" destOrd="0" presId="urn:microsoft.com/office/officeart/2005/8/layout/hierarchy3"/>
    <dgm:cxn modelId="{82D1D0C3-F5A7-498C-88C2-DAED1461DB34}" type="presParOf" srcId="{BBFB7CAB-DF61-4846-B657-F3A2F600FB1C}" destId="{D905B286-E986-4DCA-B466-A64CE4597CAB}" srcOrd="0" destOrd="0" presId="urn:microsoft.com/office/officeart/2005/8/layout/hierarchy3"/>
    <dgm:cxn modelId="{1DDFE66A-E0C9-466D-B7C2-F192371C689F}" type="presParOf" srcId="{BBFB7CAB-DF61-4846-B657-F3A2F600FB1C}" destId="{DC236D85-313F-4DE6-92F2-D9641178A2ED}" srcOrd="1" destOrd="0" presId="urn:microsoft.com/office/officeart/2005/8/layout/hierarchy3"/>
    <dgm:cxn modelId="{E67903D1-AD99-44DA-AB34-61B0AD15584F}" type="presParOf" srcId="{AEA5D651-CA82-46A0-A78B-3A3848C2E121}" destId="{F39F025A-A999-4A05-AEF8-42C49EB83A0D}" srcOrd="1" destOrd="0" presId="urn:microsoft.com/office/officeart/2005/8/layout/hierarchy3"/>
    <dgm:cxn modelId="{6CD1E2AF-B043-4DBA-8919-FFD4F4D3B1B5}" type="presParOf" srcId="{F39F025A-A999-4A05-AEF8-42C49EB83A0D}" destId="{C85D8A59-770B-4FAD-B912-7FA5B919E655}" srcOrd="0" destOrd="0" presId="urn:microsoft.com/office/officeart/2005/8/layout/hierarchy3"/>
    <dgm:cxn modelId="{A11200F6-E2D7-40D8-B558-16C7DA3E5395}" type="presParOf" srcId="{F39F025A-A999-4A05-AEF8-42C49EB83A0D}" destId="{121222C3-869B-4A38-99DA-7342C81A04C7}" srcOrd="1" destOrd="0" presId="urn:microsoft.com/office/officeart/2005/8/layout/hierarchy3"/>
    <dgm:cxn modelId="{667C6894-7EFE-429A-98D1-751676E115C7}" type="presParOf" srcId="{F39F025A-A999-4A05-AEF8-42C49EB83A0D}" destId="{0866E98F-B2A9-4AB6-9924-25DB8694D8BB}" srcOrd="2" destOrd="0" presId="urn:microsoft.com/office/officeart/2005/8/layout/hierarchy3"/>
    <dgm:cxn modelId="{B190F9AE-B496-4789-8E53-B3B54C5B4A33}" type="presParOf" srcId="{F39F025A-A999-4A05-AEF8-42C49EB83A0D}" destId="{D7FE73B2-D8F7-44C3-82F5-A0CCC9A4335D}" srcOrd="3" destOrd="0" presId="urn:microsoft.com/office/officeart/2005/8/layout/hierarchy3"/>
    <dgm:cxn modelId="{A05A48E1-906E-4262-B388-BFAADD97F162}" type="presParOf" srcId="{F39F025A-A999-4A05-AEF8-42C49EB83A0D}" destId="{D1C2F1A1-D1BB-4798-A441-19C18A781A4E}" srcOrd="4" destOrd="0" presId="urn:microsoft.com/office/officeart/2005/8/layout/hierarchy3"/>
    <dgm:cxn modelId="{CE604B33-2E0A-4B78-B4B1-3DD9B49A8C91}" type="presParOf" srcId="{F39F025A-A999-4A05-AEF8-42C49EB83A0D}" destId="{599871D6-4F42-48BD-AC9F-5819C1AB6236}" srcOrd="5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F84539-055C-4698-9137-43F124B9AC98}">
      <dsp:nvSpPr>
        <dsp:cNvPr id="0" name=""/>
        <dsp:cNvSpPr/>
      </dsp:nvSpPr>
      <dsp:spPr>
        <a:xfrm>
          <a:off x="385092" y="55"/>
          <a:ext cx="1347489" cy="673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Feature Engineering &amp; </a:t>
          </a:r>
          <a:r>
            <a:rPr lang="en-CA" sz="1100" kern="1200"/>
            <a:t>Exploratory Data Analysis (EDA)</a:t>
          </a:r>
        </a:p>
      </dsp:txBody>
      <dsp:txXfrm>
        <a:off x="404825" y="19788"/>
        <a:ext cx="1308023" cy="634278"/>
      </dsp:txXfrm>
    </dsp:sp>
    <dsp:sp modelId="{1F59F6A8-A8D1-417D-8994-ED7BF2F94C30}">
      <dsp:nvSpPr>
        <dsp:cNvPr id="0" name=""/>
        <dsp:cNvSpPr/>
      </dsp:nvSpPr>
      <dsp:spPr>
        <a:xfrm>
          <a:off x="519841" y="673800"/>
          <a:ext cx="134748" cy="5053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308"/>
              </a:lnTo>
              <a:lnTo>
                <a:pt x="134748" y="5053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8145B9D-5816-487B-B2D2-001688CDF177}">
      <dsp:nvSpPr>
        <dsp:cNvPr id="0" name=""/>
        <dsp:cNvSpPr/>
      </dsp:nvSpPr>
      <dsp:spPr>
        <a:xfrm>
          <a:off x="654590" y="842236"/>
          <a:ext cx="1077991" cy="673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200" kern="1200"/>
            <a:t>Exploratory Data Analysis (EDA)</a:t>
          </a:r>
        </a:p>
      </dsp:txBody>
      <dsp:txXfrm>
        <a:off x="674323" y="861969"/>
        <a:ext cx="1038525" cy="634278"/>
      </dsp:txXfrm>
    </dsp:sp>
    <dsp:sp modelId="{E3189525-2C9E-4454-905F-CD791CE44744}">
      <dsp:nvSpPr>
        <dsp:cNvPr id="0" name=""/>
        <dsp:cNvSpPr/>
      </dsp:nvSpPr>
      <dsp:spPr>
        <a:xfrm>
          <a:off x="519841" y="673800"/>
          <a:ext cx="134748" cy="1347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7489"/>
              </a:lnTo>
              <a:lnTo>
                <a:pt x="134748" y="13474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628242-CDF6-41BA-8ACE-EDE27EAC8935}">
      <dsp:nvSpPr>
        <dsp:cNvPr id="0" name=""/>
        <dsp:cNvSpPr/>
      </dsp:nvSpPr>
      <dsp:spPr>
        <a:xfrm>
          <a:off x="654590" y="1684418"/>
          <a:ext cx="1077991" cy="673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/>
            <a:t>Features Engineering </a:t>
          </a:r>
          <a:endParaRPr lang="en-CA" sz="1200" kern="1200"/>
        </a:p>
      </dsp:txBody>
      <dsp:txXfrm>
        <a:off x="674323" y="1704151"/>
        <a:ext cx="1038525" cy="634278"/>
      </dsp:txXfrm>
    </dsp:sp>
    <dsp:sp modelId="{D0EC5611-E474-467D-B2EE-D05E3509D8A6}">
      <dsp:nvSpPr>
        <dsp:cNvPr id="0" name=""/>
        <dsp:cNvSpPr/>
      </dsp:nvSpPr>
      <dsp:spPr>
        <a:xfrm>
          <a:off x="2069455" y="55"/>
          <a:ext cx="1347489" cy="673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100" kern="1200"/>
            <a:t>Clickstream Filter</a:t>
          </a:r>
        </a:p>
      </dsp:txBody>
      <dsp:txXfrm>
        <a:off x="2089188" y="19788"/>
        <a:ext cx="1308023" cy="634278"/>
      </dsp:txXfrm>
    </dsp:sp>
    <dsp:sp modelId="{8F472EDD-6E65-4085-873F-6FC513787A1D}">
      <dsp:nvSpPr>
        <dsp:cNvPr id="0" name=""/>
        <dsp:cNvSpPr/>
      </dsp:nvSpPr>
      <dsp:spPr>
        <a:xfrm>
          <a:off x="2204204" y="673800"/>
          <a:ext cx="134748" cy="5053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308"/>
              </a:lnTo>
              <a:lnTo>
                <a:pt x="134748" y="5053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1B0327-4DEB-4488-B0FF-5A43A8BD9E28}">
      <dsp:nvSpPr>
        <dsp:cNvPr id="0" name=""/>
        <dsp:cNvSpPr/>
      </dsp:nvSpPr>
      <dsp:spPr>
        <a:xfrm>
          <a:off x="2338953" y="842236"/>
          <a:ext cx="1077991" cy="673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200" kern="1200"/>
            <a:t>Stage One filtering</a:t>
          </a:r>
        </a:p>
      </dsp:txBody>
      <dsp:txXfrm>
        <a:off x="2358686" y="861969"/>
        <a:ext cx="1038525" cy="634278"/>
      </dsp:txXfrm>
    </dsp:sp>
    <dsp:sp modelId="{790758C3-0073-4EB6-9711-FD45CCC155EB}">
      <dsp:nvSpPr>
        <dsp:cNvPr id="0" name=""/>
        <dsp:cNvSpPr/>
      </dsp:nvSpPr>
      <dsp:spPr>
        <a:xfrm>
          <a:off x="2204204" y="673800"/>
          <a:ext cx="134748" cy="1347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7489"/>
              </a:lnTo>
              <a:lnTo>
                <a:pt x="134748" y="13474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2BA6FB-9A64-4F28-9562-F72CD223FAF8}">
      <dsp:nvSpPr>
        <dsp:cNvPr id="0" name=""/>
        <dsp:cNvSpPr/>
      </dsp:nvSpPr>
      <dsp:spPr>
        <a:xfrm>
          <a:off x="2338953" y="1684418"/>
          <a:ext cx="1077991" cy="673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200" kern="1200"/>
            <a:t>Stage Two Filtering</a:t>
          </a:r>
        </a:p>
      </dsp:txBody>
      <dsp:txXfrm>
        <a:off x="2358686" y="1704151"/>
        <a:ext cx="1038525" cy="634278"/>
      </dsp:txXfrm>
    </dsp:sp>
    <dsp:sp modelId="{D905B286-E986-4DCA-B466-A64CE4597CAB}">
      <dsp:nvSpPr>
        <dsp:cNvPr id="0" name=""/>
        <dsp:cNvSpPr/>
      </dsp:nvSpPr>
      <dsp:spPr>
        <a:xfrm>
          <a:off x="3753817" y="55"/>
          <a:ext cx="1347489" cy="67374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/>
            <a:t>Build Recommendation Model</a:t>
          </a:r>
          <a:endParaRPr lang="en-CA" sz="1100" kern="1200"/>
        </a:p>
      </dsp:txBody>
      <dsp:txXfrm>
        <a:off x="3773550" y="19788"/>
        <a:ext cx="1308023" cy="634278"/>
      </dsp:txXfrm>
    </dsp:sp>
    <dsp:sp modelId="{C85D8A59-770B-4FAD-B912-7FA5B919E655}">
      <dsp:nvSpPr>
        <dsp:cNvPr id="0" name=""/>
        <dsp:cNvSpPr/>
      </dsp:nvSpPr>
      <dsp:spPr>
        <a:xfrm>
          <a:off x="3888566" y="673800"/>
          <a:ext cx="142941" cy="5053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5308"/>
              </a:lnTo>
              <a:lnTo>
                <a:pt x="142941" y="50530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1222C3-869B-4A38-99DA-7342C81A04C7}">
      <dsp:nvSpPr>
        <dsp:cNvPr id="0" name=""/>
        <dsp:cNvSpPr/>
      </dsp:nvSpPr>
      <dsp:spPr>
        <a:xfrm>
          <a:off x="4031508" y="842236"/>
          <a:ext cx="1077991" cy="673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200" kern="1200"/>
            <a:t>Build Scoring matrix</a:t>
          </a:r>
        </a:p>
      </dsp:txBody>
      <dsp:txXfrm>
        <a:off x="4051241" y="861969"/>
        <a:ext cx="1038525" cy="634278"/>
      </dsp:txXfrm>
    </dsp:sp>
    <dsp:sp modelId="{0866E98F-B2A9-4AB6-9924-25DB8694D8BB}">
      <dsp:nvSpPr>
        <dsp:cNvPr id="0" name=""/>
        <dsp:cNvSpPr/>
      </dsp:nvSpPr>
      <dsp:spPr>
        <a:xfrm>
          <a:off x="3888566" y="673800"/>
          <a:ext cx="134748" cy="13474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47489"/>
              </a:lnTo>
              <a:lnTo>
                <a:pt x="134748" y="1347489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FE73B2-D8F7-44C3-82F5-A0CCC9A4335D}">
      <dsp:nvSpPr>
        <dsp:cNvPr id="0" name=""/>
        <dsp:cNvSpPr/>
      </dsp:nvSpPr>
      <dsp:spPr>
        <a:xfrm>
          <a:off x="4023315" y="1684418"/>
          <a:ext cx="1077991" cy="673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200" kern="1200"/>
            <a:t>Build Discount Matrix</a:t>
          </a:r>
        </a:p>
      </dsp:txBody>
      <dsp:txXfrm>
        <a:off x="4043048" y="1704151"/>
        <a:ext cx="1038525" cy="634278"/>
      </dsp:txXfrm>
    </dsp:sp>
    <dsp:sp modelId="{D1C2F1A1-D1BB-4798-A441-19C18A781A4E}">
      <dsp:nvSpPr>
        <dsp:cNvPr id="0" name=""/>
        <dsp:cNvSpPr/>
      </dsp:nvSpPr>
      <dsp:spPr>
        <a:xfrm>
          <a:off x="3888566" y="673800"/>
          <a:ext cx="134748" cy="218967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89670"/>
              </a:lnTo>
              <a:lnTo>
                <a:pt x="134748" y="2189670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9871D6-4F42-48BD-AC9F-5819C1AB6236}">
      <dsp:nvSpPr>
        <dsp:cNvPr id="0" name=""/>
        <dsp:cNvSpPr/>
      </dsp:nvSpPr>
      <dsp:spPr>
        <a:xfrm>
          <a:off x="4023315" y="2526599"/>
          <a:ext cx="1077991" cy="6737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CA" sz="1200" kern="1200" dirty="0"/>
            <a:t>Products Pairs</a:t>
          </a:r>
        </a:p>
      </dsp:txBody>
      <dsp:txXfrm>
        <a:off x="4043048" y="2546332"/>
        <a:ext cx="1038525" cy="6342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1F650C-6D54-4805-9B65-D392E979C1B8}" type="datetimeFigureOut">
              <a:rPr lang="en-CA" smtClean="0"/>
              <a:t>2015-11-30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CF8AB-911E-42B4-905E-4553A127CE3B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04026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416B-898A-4D9E-B115-25C31B2E379C}" type="datetimeFigureOut">
              <a:rPr lang="en-CA" smtClean="0"/>
              <a:t>2015-11-30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72AC8-9591-432C-A151-B87F025C8061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65687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025857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16248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US" dirty="0" smtClean="0"/>
              <a:t>Basically, we have three types of data at our end as follows:</a:t>
            </a:r>
            <a:endParaRPr lang="en-CA" dirty="0" smtClean="0"/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Website log files: containing information such as URL, timestamp, IP address, geocoded IP address, and user ID (SWIDs). </a:t>
            </a:r>
            <a:endParaRPr lang="en-CA" dirty="0" smtClean="0"/>
          </a:p>
          <a:p>
            <a:pPr marL="342900" lvl="0" indent="-342900" algn="just">
              <a:lnSpc>
                <a:spcPct val="115000"/>
              </a:lnSpc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CRM (Customer Relationship Management): user data listing SWIDs (Software User IDs), along with date of birth and gender. </a:t>
            </a:r>
            <a:endParaRPr lang="en-CA" dirty="0" smtClean="0"/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US" dirty="0" smtClean="0"/>
              <a:t>CMS (Content Management System): data that maps product categories to website URLs.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16537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First</a:t>
            </a:r>
            <a:r>
              <a:rPr lang="en-US" baseline="0" dirty="0" smtClean="0"/>
              <a:t> paper we get a lot of ideas about how to do feature engineering.</a:t>
            </a:r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9100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058090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435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42044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00611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772AC8-9591-432C-A151-B87F025C8061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13831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8309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817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8352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5275" y="1489075"/>
            <a:ext cx="4186238" cy="43132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3913" y="1489075"/>
            <a:ext cx="4186237" cy="43132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51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6453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314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621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2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CA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643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632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9725" y="58738"/>
            <a:ext cx="2130425" cy="57435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5275" y="58738"/>
            <a:ext cx="6242050" cy="57435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80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5275" y="1489075"/>
            <a:ext cx="8524875" cy="431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Textmasterformate durch Klicken bearbeiten</a:t>
            </a:r>
          </a:p>
          <a:p>
            <a:pPr lvl="1"/>
            <a:r>
              <a:rPr lang="en-US" altLang="zh-CN" smtClean="0"/>
              <a:t>Zweite Ebene</a:t>
            </a:r>
          </a:p>
          <a:p>
            <a:pPr lvl="2"/>
            <a:r>
              <a:rPr lang="en-US" altLang="zh-CN" smtClean="0"/>
              <a:t>Dritte Ebene</a:t>
            </a:r>
          </a:p>
          <a:p>
            <a:pPr lvl="3"/>
            <a:r>
              <a:rPr lang="en-US" altLang="zh-CN" smtClean="0"/>
              <a:t>Vierte Ebene</a:t>
            </a:r>
          </a:p>
          <a:p>
            <a:pPr lvl="4"/>
            <a:r>
              <a:rPr lang="en-US" altLang="zh-CN" smtClean="0"/>
              <a:t>Fünfte Ebene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65875"/>
            <a:ext cx="28956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smtClean="0">
                <a:ea typeface="PMingLiU" panose="02020500000000000000" pitchFamily="18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300038" y="58738"/>
            <a:ext cx="8520112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Klicken Sie, um das Titelformat zu bearbeiten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80975" indent="-180975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44500" indent="-261938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720725" indent="-274638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5113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254125" indent="-265113" algn="l" rtl="0" eaLnBrk="0" fontAlgn="base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hyperlink" Target="https://s3.amazonaws.com/hw-sandbox/tutorial8/RefineDemoData.zi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.gif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0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TW" sz="1900" b="1" dirty="0" smtClean="0">
                  <a:ea typeface="PMingLiU" panose="02020500000000000000" pitchFamily="18" charset="-120"/>
                </a:rPr>
                <a:t>Dr. </a:t>
              </a:r>
              <a:r>
                <a:rPr lang="en-US" altLang="zh-TW" sz="1900" b="1" dirty="0" err="1" smtClean="0">
                  <a:ea typeface="PMingLiU" panose="02020500000000000000" pitchFamily="18" charset="-120"/>
                </a:rPr>
                <a:t>Hamidreza</a:t>
              </a:r>
              <a:r>
                <a:rPr lang="en-US" altLang="zh-TW" sz="1900" b="1" dirty="0" smtClean="0">
                  <a:ea typeface="PMingLiU" panose="02020500000000000000" pitchFamily="18" charset="-120"/>
                </a:rPr>
                <a:t> </a:t>
              </a:r>
              <a:r>
                <a:rPr lang="en-US" altLang="zh-TW" sz="1900" b="1" dirty="0" err="1" smtClean="0">
                  <a:ea typeface="PMingLiU" panose="02020500000000000000" pitchFamily="18" charset="-120"/>
                </a:rPr>
                <a:t>Chinaei</a:t>
              </a:r>
              <a:endParaRPr lang="en-US" altLang="zh-TW" sz="1900" b="1" dirty="0" smtClean="0">
                <a:ea typeface="PMingLiU" panose="02020500000000000000" pitchFamily="18" charset="-120"/>
              </a:endParaRPr>
            </a:p>
            <a:p>
              <a:pPr algn="ctr" eaLnBrk="1" hangingPunct="1"/>
              <a:r>
                <a:rPr lang="en-US" altLang="zh-TW" sz="1400" dirty="0" smtClean="0">
                  <a:ea typeface="PMingLiU" panose="02020500000000000000" pitchFamily="18" charset="-120"/>
                </a:rPr>
                <a:t>Project Supervisor</a:t>
              </a:r>
              <a:endParaRPr lang="zh-TW" altLang="en-US" sz="1400" dirty="0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381328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5651078"/>
            <a:ext cx="63944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3920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-1-</a:t>
            </a:r>
            <a:endParaRPr lang="en-CA" dirty="0"/>
          </a:p>
        </p:txBody>
      </p:sp>
      <p:sp>
        <p:nvSpPr>
          <p:cNvPr id="24" name="TextBox 23"/>
          <p:cNvSpPr txBox="1"/>
          <p:nvPr/>
        </p:nvSpPr>
        <p:spPr>
          <a:xfrm>
            <a:off x="663685" y="1876268"/>
            <a:ext cx="774462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Recommendation System Based on Website Clickstream </a:t>
            </a:r>
            <a:r>
              <a:rPr lang="en-US" sz="2000" b="1" dirty="0" smtClean="0">
                <a:solidFill>
                  <a:schemeClr val="tx2"/>
                </a:solidFill>
              </a:rPr>
              <a:t>Data</a:t>
            </a:r>
            <a:endParaRPr lang="en-CA" sz="2000" b="1" dirty="0">
              <a:solidFill>
                <a:schemeClr val="tx2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99691" y="2520565"/>
            <a:ext cx="54726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600" dirty="0"/>
              <a:t>Data Analytics, Big </a:t>
            </a:r>
            <a:r>
              <a:rPr lang="en-CA" sz="1600" dirty="0" smtClean="0"/>
              <a:t>Data, and </a:t>
            </a:r>
            <a:r>
              <a:rPr lang="en-CA" sz="1600" dirty="0"/>
              <a:t>Predictive </a:t>
            </a:r>
            <a:r>
              <a:rPr lang="en-CA" sz="1600" dirty="0" smtClean="0"/>
              <a:t>Analytics</a:t>
            </a:r>
          </a:p>
          <a:p>
            <a:pPr algn="ctr"/>
            <a:r>
              <a:rPr lang="en-US" sz="1600" dirty="0" smtClean="0"/>
              <a:t>Capstone Project , December 1, 2015</a:t>
            </a:r>
            <a:endParaRPr lang="en-CA" sz="1600" dirty="0"/>
          </a:p>
        </p:txBody>
      </p:sp>
      <p:sp>
        <p:nvSpPr>
          <p:cNvPr id="26" name="TextBox 25"/>
          <p:cNvSpPr txBox="1"/>
          <p:nvPr/>
        </p:nvSpPr>
        <p:spPr>
          <a:xfrm>
            <a:off x="3571565" y="4803941"/>
            <a:ext cx="20008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900" b="1" dirty="0" smtClean="0"/>
              <a:t>Shaimaa </a:t>
            </a:r>
            <a:r>
              <a:rPr lang="en-US" sz="1900" b="1" dirty="0" err="1" smtClean="0"/>
              <a:t>Soltan</a:t>
            </a:r>
            <a:endParaRPr lang="en-US" sz="1900" b="1" dirty="0" smtClean="0"/>
          </a:p>
          <a:p>
            <a:pPr algn="ctr"/>
            <a:r>
              <a:rPr lang="en-US" sz="1400" dirty="0" smtClean="0"/>
              <a:t>Ryerson Student</a:t>
            </a:r>
            <a:endParaRPr lang="en-CA" sz="1400" dirty="0"/>
          </a:p>
        </p:txBody>
      </p:sp>
    </p:spTree>
    <p:extLst>
      <p:ext uri="{BB962C8B-B14F-4D97-AF65-F5344CB8AC3E}">
        <p14:creationId xmlns:p14="http://schemas.microsoft.com/office/powerpoint/2010/main" val="2106716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1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 dirty="0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381328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0262" y="5924310"/>
            <a:ext cx="4656501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3920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-2-</a:t>
            </a:r>
            <a:endParaRPr lang="en-CA" dirty="0"/>
          </a:p>
        </p:txBody>
      </p:sp>
      <p:sp>
        <p:nvSpPr>
          <p:cNvPr id="2" name="TextBox 1"/>
          <p:cNvSpPr txBox="1"/>
          <p:nvPr/>
        </p:nvSpPr>
        <p:spPr>
          <a:xfrm>
            <a:off x="328719" y="1213387"/>
            <a:ext cx="23519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/>
              <a:t>Problem Definition: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562693" y="2247995"/>
            <a:ext cx="8155138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How could you improve your website layout to give you less bounce rate and increase your conversion? </a:t>
            </a:r>
            <a:endParaRPr lang="en-CA" sz="1900" dirty="0"/>
          </a:p>
        </p:txBody>
      </p:sp>
      <p:sp>
        <p:nvSpPr>
          <p:cNvPr id="9" name="TextBox 8"/>
          <p:cNvSpPr txBox="1"/>
          <p:nvPr/>
        </p:nvSpPr>
        <p:spPr>
          <a:xfrm>
            <a:off x="1" y="1828820"/>
            <a:ext cx="914400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900" dirty="0" smtClean="0"/>
              <a:t>You have an attractive website layout. Though, your website bounce rate is high.</a:t>
            </a:r>
            <a:endParaRPr lang="en-CA" sz="19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5293083" y="2933667"/>
            <a:ext cx="3599397" cy="3285717"/>
            <a:chOff x="3114436" y="3032832"/>
            <a:chExt cx="3599397" cy="3285717"/>
          </a:xfrm>
        </p:grpSpPr>
        <p:sp>
          <p:nvSpPr>
            <p:cNvPr id="31" name="Freeform 21"/>
            <p:cNvSpPr>
              <a:spLocks/>
            </p:cNvSpPr>
            <p:nvPr/>
          </p:nvSpPr>
          <p:spPr bwMode="auto">
            <a:xfrm rot="2700000">
              <a:off x="4673991" y="3288323"/>
              <a:ext cx="1735834" cy="2343850"/>
            </a:xfrm>
            <a:custGeom>
              <a:avLst/>
              <a:gdLst>
                <a:gd name="T0" fmla="*/ 1555267 w 1104"/>
                <a:gd name="T1" fmla="*/ 0 h 1608"/>
                <a:gd name="T2" fmla="*/ 322263 w 1104"/>
                <a:gd name="T3" fmla="*/ 0 h 1608"/>
                <a:gd name="T4" fmla="*/ 0 w 1104"/>
                <a:gd name="T5" fmla="*/ 344748 h 1608"/>
                <a:gd name="T6" fmla="*/ 14011 w 1104"/>
                <a:gd name="T7" fmla="*/ 1641001 h 1608"/>
                <a:gd name="T8" fmla="*/ 252205 w 1104"/>
                <a:gd name="T9" fmla="*/ 2137438 h 1608"/>
                <a:gd name="T10" fmla="*/ 763622 w 1104"/>
                <a:gd name="T11" fmla="*/ 2640771 h 1608"/>
                <a:gd name="T12" fmla="*/ 1190970 w 1104"/>
                <a:gd name="T13" fmla="*/ 2620086 h 1608"/>
                <a:gd name="T14" fmla="*/ 1681370 w 1104"/>
                <a:gd name="T15" fmla="*/ 2137438 h 1608"/>
                <a:gd name="T16" fmla="*/ 1905552 w 1104"/>
                <a:gd name="T17" fmla="*/ 1585841 h 1608"/>
                <a:gd name="T18" fmla="*/ 1863518 w 1104"/>
                <a:gd name="T19" fmla="*/ 220639 h 1608"/>
                <a:gd name="T20" fmla="*/ 1555267 w 1104"/>
                <a:gd name="T21" fmla="*/ 0 h 16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04"/>
                <a:gd name="T34" fmla="*/ 0 h 1608"/>
                <a:gd name="T35" fmla="*/ 1104 w 1104"/>
                <a:gd name="T36" fmla="*/ 1608 h 160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04" h="1608">
                  <a:moveTo>
                    <a:pt x="888" y="0"/>
                  </a:move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0" y="40"/>
                    <a:pt x="0" y="200"/>
                  </a:cubicBezTo>
                  <a:cubicBezTo>
                    <a:pt x="0" y="360"/>
                    <a:pt x="8" y="952"/>
                    <a:pt x="8" y="952"/>
                  </a:cubicBezTo>
                  <a:cubicBezTo>
                    <a:pt x="8" y="952"/>
                    <a:pt x="48" y="1160"/>
                    <a:pt x="144" y="1240"/>
                  </a:cubicBezTo>
                  <a:cubicBezTo>
                    <a:pt x="436" y="1532"/>
                    <a:pt x="436" y="1532"/>
                    <a:pt x="436" y="1532"/>
                  </a:cubicBezTo>
                  <a:cubicBezTo>
                    <a:pt x="436" y="1532"/>
                    <a:pt x="576" y="1608"/>
                    <a:pt x="680" y="1520"/>
                  </a:cubicBezTo>
                  <a:cubicBezTo>
                    <a:pt x="960" y="1240"/>
                    <a:pt x="960" y="1240"/>
                    <a:pt x="960" y="1240"/>
                  </a:cubicBezTo>
                  <a:cubicBezTo>
                    <a:pt x="960" y="1240"/>
                    <a:pt x="1104" y="1072"/>
                    <a:pt x="1088" y="920"/>
                  </a:cubicBezTo>
                  <a:cubicBezTo>
                    <a:pt x="1064" y="128"/>
                    <a:pt x="1064" y="128"/>
                    <a:pt x="1064" y="128"/>
                  </a:cubicBezTo>
                  <a:cubicBezTo>
                    <a:pt x="1064" y="128"/>
                    <a:pt x="1056" y="24"/>
                    <a:pt x="888" y="0"/>
                  </a:cubicBezTo>
                  <a:close/>
                </a:path>
              </a:pathLst>
            </a:custGeom>
            <a:solidFill>
              <a:srgbClr val="0061B2">
                <a:alpha val="7215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2" name="Text Box 19"/>
            <p:cNvSpPr txBox="1">
              <a:spLocks noChangeArrowheads="1"/>
            </p:cNvSpPr>
            <p:nvPr/>
          </p:nvSpPr>
          <p:spPr bwMode="auto">
            <a:xfrm rot="2700000">
              <a:off x="5215309" y="3763002"/>
              <a:ext cx="170656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40000"/>
                </a:spcAft>
              </a:pPr>
              <a:r>
                <a:rPr lang="en-CA" altLang="en-US" sz="1600" noProof="1" smtClean="0">
                  <a:solidFill>
                    <a:schemeClr val="bg1"/>
                  </a:solidFill>
                </a:rPr>
                <a:t>Product Profile </a:t>
              </a:r>
              <a:endParaRPr lang="en-CA" altLang="en-US" sz="1600" noProof="1">
                <a:solidFill>
                  <a:schemeClr val="bg1"/>
                </a:solidFill>
              </a:endParaRPr>
            </a:p>
          </p:txBody>
        </p:sp>
        <p:sp>
          <p:nvSpPr>
            <p:cNvPr id="33" name="Freeform 18"/>
            <p:cNvSpPr>
              <a:spLocks/>
            </p:cNvSpPr>
            <p:nvPr/>
          </p:nvSpPr>
          <p:spPr bwMode="auto">
            <a:xfrm rot="18814431">
              <a:off x="3400493" y="3267346"/>
              <a:ext cx="1783143" cy="2355257"/>
            </a:xfrm>
            <a:custGeom>
              <a:avLst/>
              <a:gdLst>
                <a:gd name="T0" fmla="*/ 1555267 w 1104"/>
                <a:gd name="T1" fmla="*/ 0 h 1608"/>
                <a:gd name="T2" fmla="*/ 322263 w 1104"/>
                <a:gd name="T3" fmla="*/ 0 h 1608"/>
                <a:gd name="T4" fmla="*/ 0 w 1104"/>
                <a:gd name="T5" fmla="*/ 344748 h 1608"/>
                <a:gd name="T6" fmla="*/ 14011 w 1104"/>
                <a:gd name="T7" fmla="*/ 1641001 h 1608"/>
                <a:gd name="T8" fmla="*/ 252205 w 1104"/>
                <a:gd name="T9" fmla="*/ 2137438 h 1608"/>
                <a:gd name="T10" fmla="*/ 763622 w 1104"/>
                <a:gd name="T11" fmla="*/ 2640771 h 1608"/>
                <a:gd name="T12" fmla="*/ 1190970 w 1104"/>
                <a:gd name="T13" fmla="*/ 2620086 h 1608"/>
                <a:gd name="T14" fmla="*/ 1681370 w 1104"/>
                <a:gd name="T15" fmla="*/ 2137438 h 1608"/>
                <a:gd name="T16" fmla="*/ 1905552 w 1104"/>
                <a:gd name="T17" fmla="*/ 1585841 h 1608"/>
                <a:gd name="T18" fmla="*/ 1863518 w 1104"/>
                <a:gd name="T19" fmla="*/ 220639 h 1608"/>
                <a:gd name="T20" fmla="*/ 1555267 w 1104"/>
                <a:gd name="T21" fmla="*/ 0 h 16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04"/>
                <a:gd name="T34" fmla="*/ 0 h 1608"/>
                <a:gd name="T35" fmla="*/ 1104 w 1104"/>
                <a:gd name="T36" fmla="*/ 1608 h 160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04" h="1608">
                  <a:moveTo>
                    <a:pt x="888" y="0"/>
                  </a:move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0" y="40"/>
                    <a:pt x="0" y="200"/>
                  </a:cubicBezTo>
                  <a:cubicBezTo>
                    <a:pt x="0" y="360"/>
                    <a:pt x="8" y="952"/>
                    <a:pt x="8" y="952"/>
                  </a:cubicBezTo>
                  <a:cubicBezTo>
                    <a:pt x="8" y="952"/>
                    <a:pt x="48" y="1160"/>
                    <a:pt x="144" y="1240"/>
                  </a:cubicBezTo>
                  <a:cubicBezTo>
                    <a:pt x="436" y="1532"/>
                    <a:pt x="436" y="1532"/>
                    <a:pt x="436" y="1532"/>
                  </a:cubicBezTo>
                  <a:cubicBezTo>
                    <a:pt x="436" y="1532"/>
                    <a:pt x="576" y="1608"/>
                    <a:pt x="680" y="1520"/>
                  </a:cubicBezTo>
                  <a:cubicBezTo>
                    <a:pt x="960" y="1240"/>
                    <a:pt x="960" y="1240"/>
                    <a:pt x="960" y="1240"/>
                  </a:cubicBezTo>
                  <a:cubicBezTo>
                    <a:pt x="960" y="1240"/>
                    <a:pt x="1104" y="1072"/>
                    <a:pt x="1088" y="920"/>
                  </a:cubicBezTo>
                  <a:cubicBezTo>
                    <a:pt x="1064" y="128"/>
                    <a:pt x="1064" y="128"/>
                    <a:pt x="1064" y="128"/>
                  </a:cubicBezTo>
                  <a:cubicBezTo>
                    <a:pt x="1064" y="128"/>
                    <a:pt x="1056" y="24"/>
                    <a:pt x="888" y="0"/>
                  </a:cubicBezTo>
                  <a:close/>
                </a:path>
              </a:pathLst>
            </a:custGeom>
            <a:ln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CA"/>
            </a:p>
          </p:txBody>
        </p:sp>
        <p:sp>
          <p:nvSpPr>
            <p:cNvPr id="34" name="Text Box 19"/>
            <p:cNvSpPr txBox="1">
              <a:spLocks noChangeArrowheads="1"/>
            </p:cNvSpPr>
            <p:nvPr/>
          </p:nvSpPr>
          <p:spPr bwMode="auto">
            <a:xfrm rot="18677186">
              <a:off x="2754914" y="3789393"/>
              <a:ext cx="1706563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40000"/>
                </a:spcAft>
              </a:pPr>
              <a:r>
                <a:rPr lang="en-CA" altLang="en-US" sz="1600" noProof="1" smtClean="0">
                  <a:solidFill>
                    <a:schemeClr val="bg1"/>
                  </a:solidFill>
                </a:rPr>
                <a:t>Clickstream </a:t>
              </a:r>
              <a:endParaRPr lang="en-CA" altLang="en-US" sz="1600" noProof="1">
                <a:solidFill>
                  <a:schemeClr val="bg1"/>
                </a:solidFill>
              </a:endParaRPr>
            </a:p>
          </p:txBody>
        </p:sp>
        <p:sp>
          <p:nvSpPr>
            <p:cNvPr id="35" name="Freeform 23"/>
            <p:cNvSpPr>
              <a:spLocks/>
            </p:cNvSpPr>
            <p:nvPr/>
          </p:nvSpPr>
          <p:spPr bwMode="auto">
            <a:xfrm rot="10800000">
              <a:off x="3970699" y="4140918"/>
              <a:ext cx="1931987" cy="2177631"/>
            </a:xfrm>
            <a:custGeom>
              <a:avLst/>
              <a:gdLst>
                <a:gd name="T0" fmla="*/ 1553990 w 1104"/>
                <a:gd name="T1" fmla="*/ 0 h 1608"/>
                <a:gd name="T2" fmla="*/ 321998 w 1104"/>
                <a:gd name="T3" fmla="*/ 0 h 1608"/>
                <a:gd name="T4" fmla="*/ 0 w 1104"/>
                <a:gd name="T5" fmla="*/ 344748 h 1608"/>
                <a:gd name="T6" fmla="*/ 14000 w 1104"/>
                <a:gd name="T7" fmla="*/ 1641001 h 1608"/>
                <a:gd name="T8" fmla="*/ 251998 w 1104"/>
                <a:gd name="T9" fmla="*/ 2137438 h 1608"/>
                <a:gd name="T10" fmla="*/ 762995 w 1104"/>
                <a:gd name="T11" fmla="*/ 2640771 h 1608"/>
                <a:gd name="T12" fmla="*/ 1189992 w 1104"/>
                <a:gd name="T13" fmla="*/ 2620086 h 1608"/>
                <a:gd name="T14" fmla="*/ 1679989 w 1104"/>
                <a:gd name="T15" fmla="*/ 2137438 h 1608"/>
                <a:gd name="T16" fmla="*/ 1903987 w 1104"/>
                <a:gd name="T17" fmla="*/ 1585841 h 1608"/>
                <a:gd name="T18" fmla="*/ 1861987 w 1104"/>
                <a:gd name="T19" fmla="*/ 220639 h 1608"/>
                <a:gd name="T20" fmla="*/ 1553990 w 1104"/>
                <a:gd name="T21" fmla="*/ 0 h 160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04"/>
                <a:gd name="T34" fmla="*/ 0 h 1608"/>
                <a:gd name="T35" fmla="*/ 1104 w 1104"/>
                <a:gd name="T36" fmla="*/ 1608 h 160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04" h="1608">
                  <a:moveTo>
                    <a:pt x="888" y="0"/>
                  </a:moveTo>
                  <a:cubicBezTo>
                    <a:pt x="184" y="0"/>
                    <a:pt x="184" y="0"/>
                    <a:pt x="184" y="0"/>
                  </a:cubicBezTo>
                  <a:cubicBezTo>
                    <a:pt x="184" y="0"/>
                    <a:pt x="0" y="40"/>
                    <a:pt x="0" y="200"/>
                  </a:cubicBezTo>
                  <a:cubicBezTo>
                    <a:pt x="0" y="360"/>
                    <a:pt x="8" y="952"/>
                    <a:pt x="8" y="952"/>
                  </a:cubicBezTo>
                  <a:cubicBezTo>
                    <a:pt x="8" y="952"/>
                    <a:pt x="48" y="1160"/>
                    <a:pt x="144" y="1240"/>
                  </a:cubicBezTo>
                  <a:cubicBezTo>
                    <a:pt x="436" y="1532"/>
                    <a:pt x="436" y="1532"/>
                    <a:pt x="436" y="1532"/>
                  </a:cubicBezTo>
                  <a:cubicBezTo>
                    <a:pt x="436" y="1532"/>
                    <a:pt x="576" y="1608"/>
                    <a:pt x="680" y="1520"/>
                  </a:cubicBezTo>
                  <a:cubicBezTo>
                    <a:pt x="960" y="1240"/>
                    <a:pt x="960" y="1240"/>
                    <a:pt x="960" y="1240"/>
                  </a:cubicBezTo>
                  <a:cubicBezTo>
                    <a:pt x="960" y="1240"/>
                    <a:pt x="1104" y="1072"/>
                    <a:pt x="1088" y="920"/>
                  </a:cubicBezTo>
                  <a:cubicBezTo>
                    <a:pt x="1064" y="128"/>
                    <a:pt x="1064" y="128"/>
                    <a:pt x="1064" y="128"/>
                  </a:cubicBezTo>
                  <a:cubicBezTo>
                    <a:pt x="1064" y="128"/>
                    <a:pt x="1056" y="24"/>
                    <a:pt x="888" y="0"/>
                  </a:cubicBezTo>
                  <a:close/>
                </a:path>
              </a:pathLst>
            </a:custGeom>
            <a:solidFill>
              <a:srgbClr val="2A79D0">
                <a:alpha val="72156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36" name="Text Box 19"/>
            <p:cNvSpPr txBox="1">
              <a:spLocks noChangeArrowheads="1"/>
            </p:cNvSpPr>
            <p:nvPr/>
          </p:nvSpPr>
          <p:spPr bwMode="auto">
            <a:xfrm>
              <a:off x="4146318" y="5792827"/>
              <a:ext cx="1706562" cy="246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 defTabSz="801688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defTabSz="801688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>
                <a:spcAft>
                  <a:spcPct val="40000"/>
                </a:spcAft>
              </a:pPr>
              <a:r>
                <a:rPr lang="en-CA" altLang="en-US" sz="1600" noProof="1" smtClean="0">
                  <a:solidFill>
                    <a:schemeClr val="bg1"/>
                  </a:solidFill>
                </a:rPr>
                <a:t>User Profile </a:t>
              </a:r>
              <a:endParaRPr lang="en-CA" altLang="en-US" sz="1600" noProof="1">
                <a:solidFill>
                  <a:schemeClr val="bg1"/>
                </a:solidFill>
              </a:endParaRPr>
            </a:p>
          </p:txBody>
        </p:sp>
        <p:sp>
          <p:nvSpPr>
            <p:cNvPr id="12" name="Round Diagonal Corner Rectangle 11"/>
            <p:cNvSpPr/>
            <p:nvPr/>
          </p:nvSpPr>
          <p:spPr>
            <a:xfrm>
              <a:off x="4006432" y="4091075"/>
              <a:ext cx="1863878" cy="1128623"/>
            </a:xfrm>
            <a:prstGeom prst="round2DiagRect">
              <a:avLst/>
            </a:prstGeom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/>
                <a:t>Recommender</a:t>
              </a:r>
              <a:endParaRPr lang="en-CA" dirty="0"/>
            </a:p>
          </p:txBody>
        </p:sp>
      </p:grpSp>
      <p:sp>
        <p:nvSpPr>
          <p:cNvPr id="15" name="Rectangle 14"/>
          <p:cNvSpPr/>
          <p:nvPr/>
        </p:nvSpPr>
        <p:spPr>
          <a:xfrm>
            <a:off x="20942" y="2890527"/>
            <a:ext cx="4423006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900" dirty="0"/>
              <a:t>Why using Recommender Systems?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986" y="3355702"/>
            <a:ext cx="291252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900" dirty="0"/>
              <a:t>Value for the customer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986" y="4443416"/>
            <a:ext cx="2792303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900" dirty="0"/>
              <a:t>Value for the provider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5161" y="3778181"/>
            <a:ext cx="4572000" cy="67710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1900" b="0" i="0" u="none" strike="noStrike" baseline="0" dirty="0" smtClean="0">
                <a:solidFill>
                  <a:srgbClr val="003365"/>
                </a:solidFill>
                <a:latin typeface="Calibri" panose="020F0502020204030204" pitchFamily="34" charset="0"/>
              </a:rPr>
              <a:t>– Help me explore the space of options</a:t>
            </a:r>
          </a:p>
          <a:p>
            <a:r>
              <a:rPr lang="en-CA" sz="1900" b="0" i="0" u="none" strike="noStrike" baseline="0" dirty="0" smtClean="0">
                <a:solidFill>
                  <a:srgbClr val="003365"/>
                </a:solidFill>
                <a:latin typeface="Calibri" panose="020F0502020204030204" pitchFamily="34" charset="0"/>
              </a:rPr>
              <a:t>– Discover new things</a:t>
            </a:r>
            <a:endParaRPr lang="en-CA" sz="1900" dirty="0"/>
          </a:p>
        </p:txBody>
      </p:sp>
      <p:sp>
        <p:nvSpPr>
          <p:cNvPr id="43" name="Rectangle 42"/>
          <p:cNvSpPr/>
          <p:nvPr/>
        </p:nvSpPr>
        <p:spPr>
          <a:xfrm>
            <a:off x="754752" y="4888080"/>
            <a:ext cx="5251697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900" b="0" i="0" u="none" strike="noStrike" baseline="0" dirty="0" smtClean="0">
                <a:solidFill>
                  <a:srgbClr val="003365"/>
                </a:solidFill>
                <a:latin typeface="Calibri" panose="020F0502020204030204" pitchFamily="34" charset="0"/>
              </a:rPr>
              <a:t>–unique personalized service for the customer</a:t>
            </a:r>
          </a:p>
          <a:p>
            <a:r>
              <a:rPr lang="en-CA" sz="1900" b="0" i="0" u="none" strike="noStrike" baseline="0" dirty="0" smtClean="0">
                <a:solidFill>
                  <a:srgbClr val="003365"/>
                </a:solidFill>
                <a:latin typeface="Calibri" panose="020F0502020204030204" pitchFamily="34" charset="0"/>
              </a:rPr>
              <a:t>– Increase trust and customer loyalty</a:t>
            </a:r>
          </a:p>
          <a:p>
            <a:r>
              <a:rPr lang="en-CA" sz="1900" b="0" i="0" u="none" strike="noStrike" baseline="0" dirty="0" smtClean="0">
                <a:solidFill>
                  <a:srgbClr val="003365"/>
                </a:solidFill>
                <a:latin typeface="Calibri" panose="020F0502020204030204" pitchFamily="34" charset="0"/>
              </a:rPr>
              <a:t>– Increase sales, click trough rates, conversion etc.</a:t>
            </a:r>
          </a:p>
          <a:p>
            <a:r>
              <a:rPr lang="en-CA" sz="1900" b="0" i="0" u="none" strike="noStrike" baseline="0" dirty="0" smtClean="0">
                <a:solidFill>
                  <a:srgbClr val="003365"/>
                </a:solidFill>
                <a:latin typeface="Calibri" panose="020F0502020204030204" pitchFamily="34" charset="0"/>
              </a:rPr>
              <a:t>– Opportunities for promotion, persuasion</a:t>
            </a:r>
            <a:endParaRPr lang="en-CA" sz="1900" dirty="0"/>
          </a:p>
        </p:txBody>
      </p:sp>
    </p:spTree>
    <p:extLst>
      <p:ext uri="{BB962C8B-B14F-4D97-AF65-F5344CB8AC3E}">
        <p14:creationId xmlns:p14="http://schemas.microsoft.com/office/powerpoint/2010/main" val="2579537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0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453336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444044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-3-</a:t>
            </a:r>
            <a:endParaRPr lang="en-CA" dirty="0"/>
          </a:p>
        </p:txBody>
      </p:sp>
      <p:sp>
        <p:nvSpPr>
          <p:cNvPr id="2" name="TextBox 1"/>
          <p:cNvSpPr txBox="1"/>
          <p:nvPr/>
        </p:nvSpPr>
        <p:spPr>
          <a:xfrm>
            <a:off x="539552" y="1178163"/>
            <a:ext cx="238398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 smtClean="0"/>
              <a:t>Dataset Description: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018" y="1573011"/>
            <a:ext cx="8253446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900" dirty="0" smtClean="0"/>
              <a:t>How we get data for our system?</a:t>
            </a:r>
          </a:p>
          <a:p>
            <a:endParaRPr lang="en-CA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900" dirty="0"/>
              <a:t>E</a:t>
            </a:r>
            <a:r>
              <a:rPr lang="en-CA" sz="1900" dirty="0" smtClean="0"/>
              <a:t>xplicit Data </a:t>
            </a:r>
          </a:p>
          <a:p>
            <a:r>
              <a:rPr lang="en-CA" sz="1900" dirty="0" smtClean="0"/>
              <a:t>	feedback &amp; demographic data </a:t>
            </a:r>
          </a:p>
          <a:p>
            <a:r>
              <a:rPr lang="en-CA" sz="1900" dirty="0"/>
              <a:t>	</a:t>
            </a:r>
            <a:r>
              <a:rPr lang="en-CA" sz="1900" dirty="0" smtClean="0"/>
              <a:t>User Profile from (CRM) </a:t>
            </a:r>
          </a:p>
          <a:p>
            <a:r>
              <a:rPr lang="en-CA" sz="1900" dirty="0"/>
              <a:t>	</a:t>
            </a:r>
            <a:r>
              <a:rPr lang="en-CA" sz="1900" dirty="0" smtClean="0"/>
              <a:t> Product Profile from (CMS)</a:t>
            </a:r>
          </a:p>
          <a:p>
            <a:endParaRPr lang="en-US" dirty="0" smtClean="0"/>
          </a:p>
          <a:p>
            <a:endParaRPr lang="en-CA" dirty="0" smtClean="0"/>
          </a:p>
          <a:p>
            <a:r>
              <a:rPr lang="en-US" sz="1100" dirty="0" smtClean="0"/>
              <a:t>					Fig</a:t>
            </a:r>
            <a:r>
              <a:rPr lang="en-US" sz="1100" dirty="0"/>
              <a:t>. 1. Number of User Sessions per Product Category</a:t>
            </a:r>
            <a:endParaRPr lang="en-CA" sz="11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 smtClean="0"/>
              <a:t>Implicit Data (</a:t>
            </a:r>
            <a:r>
              <a:rPr lang="en-US" sz="2000" dirty="0" smtClean="0"/>
              <a:t>Website log files) </a:t>
            </a:r>
            <a:r>
              <a:rPr lang="en-US" dirty="0" smtClean="0"/>
              <a:t>	</a:t>
            </a:r>
            <a:endParaRPr lang="en-US" sz="1100" dirty="0" smtClean="0"/>
          </a:p>
          <a:p>
            <a:r>
              <a:rPr lang="en-CA" dirty="0" smtClean="0"/>
              <a:t>      </a:t>
            </a:r>
            <a:r>
              <a:rPr lang="en-CA" sz="1900" dirty="0" smtClean="0"/>
              <a:t>user do not know that you are capturing this data like Clickstream Da</a:t>
            </a:r>
            <a:r>
              <a:rPr lang="en-CA" dirty="0" smtClean="0"/>
              <a:t>ta</a:t>
            </a:r>
          </a:p>
          <a:p>
            <a:endParaRPr lang="en-CA" dirty="0" smtClean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US" sz="1900" dirty="0" smtClean="0"/>
              <a:t>We have in total 427811 records, with 16234 Unique Visitors and 14 Product Category. During </a:t>
            </a:r>
            <a:r>
              <a:rPr lang="en-US" sz="1900" dirty="0"/>
              <a:t>a period of 15 days </a:t>
            </a:r>
            <a:r>
              <a:rPr lang="en-US" sz="1900" dirty="0" smtClean="0"/>
              <a:t>.</a:t>
            </a:r>
          </a:p>
          <a:p>
            <a:pPr lvl="0"/>
            <a:endParaRPr lang="en-CA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Feature engineering : </a:t>
            </a:r>
            <a:r>
              <a:rPr lang="en-US" dirty="0"/>
              <a:t>Visit Duration, and Visit Day, Age, Number of </a:t>
            </a:r>
            <a:r>
              <a:rPr lang="en-US" dirty="0" smtClean="0"/>
              <a:t>visits….</a:t>
            </a:r>
            <a:endParaRPr lang="en-CA" dirty="0"/>
          </a:p>
        </p:txBody>
      </p:sp>
      <p:sp>
        <p:nvSpPr>
          <p:cNvPr id="8" name="Rectangle 7"/>
          <p:cNvSpPr/>
          <p:nvPr/>
        </p:nvSpPr>
        <p:spPr>
          <a:xfrm>
            <a:off x="463890" y="3280631"/>
            <a:ext cx="8140557" cy="38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1000"/>
              </a:spcAft>
            </a:pPr>
            <a:endParaRPr lang="en-CA" dirty="0"/>
          </a:p>
        </p:txBody>
      </p:sp>
      <p:sp>
        <p:nvSpPr>
          <p:cNvPr id="9" name="Rectangle 8"/>
          <p:cNvSpPr/>
          <p:nvPr/>
        </p:nvSpPr>
        <p:spPr>
          <a:xfrm>
            <a:off x="410866" y="6429025"/>
            <a:ext cx="7257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u="sng" dirty="0" smtClean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https://s3.amazonaws.com/hw-sandbox/tutorial8/RefineDemoData.zip</a:t>
            </a:r>
            <a:endParaRPr lang="en-CA" dirty="0"/>
          </a:p>
        </p:txBody>
      </p:sp>
      <p:graphicFrame>
        <p:nvGraphicFramePr>
          <p:cNvPr id="18" name="Chart 17"/>
          <p:cNvGraphicFramePr/>
          <p:nvPr>
            <p:extLst>
              <p:ext uri="{D42A27DB-BD31-4B8C-83A1-F6EECF244321}">
                <p14:modId xmlns:p14="http://schemas.microsoft.com/office/powerpoint/2010/main" val="2122126549"/>
              </p:ext>
            </p:extLst>
          </p:nvPr>
        </p:nvGraphicFramePr>
        <p:xfrm>
          <a:off x="4370853" y="1075051"/>
          <a:ext cx="4124325" cy="2762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80786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0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381328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5651078"/>
            <a:ext cx="63944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3920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-4-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365613" y="1162386"/>
            <a:ext cx="35193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Techniques used in literature: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552" y="1714472"/>
            <a:ext cx="795562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Uncovering Large Groups of Active Malicious Accounts in Online Social Networks.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</a:rPr>
              <a:t>clusters user accounts according to the similarity of their actions and uncovers large groups of malicious account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endParaRPr lang="en-CA" dirty="0"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9552" y="3105835"/>
            <a:ext cx="777686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Multi-Stage Malicious Click Detection on Large Scale Web Advertising Data</a:t>
            </a:r>
            <a:endParaRPr lang="en-CA" sz="1900" dirty="0"/>
          </a:p>
        </p:txBody>
      </p:sp>
      <p:sp>
        <p:nvSpPr>
          <p:cNvPr id="10" name="Rectangle 9"/>
          <p:cNvSpPr/>
          <p:nvPr/>
        </p:nvSpPr>
        <p:spPr>
          <a:xfrm>
            <a:off x="1038522" y="3572891"/>
            <a:ext cx="4026230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US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First Stag was, Rule-based filtering. </a:t>
            </a:r>
            <a:endParaRPr lang="en-CA" sz="1900" dirty="0"/>
          </a:p>
        </p:txBody>
      </p:sp>
      <p:sp>
        <p:nvSpPr>
          <p:cNvPr id="11" name="Rectangle 10"/>
          <p:cNvSpPr/>
          <p:nvPr/>
        </p:nvSpPr>
        <p:spPr>
          <a:xfrm>
            <a:off x="1038522" y="4158639"/>
            <a:ext cx="745665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Second Filtering stage was Classification-based filtering. </a:t>
            </a:r>
            <a:r>
              <a:rPr lang="en-US" sz="19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Traffic click and Normal User Click</a:t>
            </a:r>
            <a:endParaRPr lang="en-CA" sz="19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27702" y="4992598"/>
            <a:ext cx="6900681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Third filtering stage was Clustering-based filtering</a:t>
            </a:r>
            <a:r>
              <a:rPr lang="en-US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88235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0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381328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4085227"/>
            <a:ext cx="63944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3920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-5-</a:t>
            </a:r>
            <a:endParaRPr lang="en-CA" dirty="0"/>
          </a:p>
        </p:txBody>
      </p:sp>
      <p:graphicFrame>
        <p:nvGraphicFramePr>
          <p:cNvPr id="12" name="Diagram 11"/>
          <p:cNvGraphicFramePr/>
          <p:nvPr>
            <p:extLst>
              <p:ext uri="{D42A27DB-BD31-4B8C-83A1-F6EECF244321}">
                <p14:modId xmlns:p14="http://schemas.microsoft.com/office/powerpoint/2010/main" val="3480818117"/>
              </p:ext>
            </p:extLst>
          </p:nvPr>
        </p:nvGraphicFramePr>
        <p:xfrm>
          <a:off x="3491880" y="1391160"/>
          <a:ext cx="5486400" cy="320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937" y="1132005"/>
            <a:ext cx="3988592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 smtClean="0"/>
              <a:t>Methodology</a:t>
            </a:r>
            <a:r>
              <a:rPr lang="en-US" sz="1900" dirty="0"/>
              <a:t>: C</a:t>
            </a:r>
            <a:r>
              <a:rPr lang="en-US" sz="1900" dirty="0" smtClean="0"/>
              <a:t>ollaborative </a:t>
            </a:r>
            <a:r>
              <a:rPr lang="en-US" sz="1900" dirty="0"/>
              <a:t>system</a:t>
            </a:r>
            <a:endParaRPr lang="en-CA" sz="1900" dirty="0"/>
          </a:p>
        </p:txBody>
      </p:sp>
      <p:sp>
        <p:nvSpPr>
          <p:cNvPr id="9" name="Rectangle 8"/>
          <p:cNvSpPr/>
          <p:nvPr/>
        </p:nvSpPr>
        <p:spPr>
          <a:xfrm>
            <a:off x="1458646" y="4293096"/>
            <a:ext cx="4553514" cy="1872208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Age, Gender, and Country</a:t>
            </a:r>
            <a:endParaRPr lang="en-CA" dirty="0"/>
          </a:p>
        </p:txBody>
      </p:sp>
      <p:sp>
        <p:nvSpPr>
          <p:cNvPr id="10" name="Rounded Rectangle 9"/>
          <p:cNvSpPr/>
          <p:nvPr/>
        </p:nvSpPr>
        <p:spPr>
          <a:xfrm>
            <a:off x="1691680" y="5131886"/>
            <a:ext cx="1080120" cy="6120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Scoring Matrix</a:t>
            </a:r>
            <a:endParaRPr lang="en-CA" dirty="0"/>
          </a:p>
        </p:txBody>
      </p:sp>
      <p:sp>
        <p:nvSpPr>
          <p:cNvPr id="17" name="Rounded Rectangle 16"/>
          <p:cNvSpPr/>
          <p:nvPr/>
        </p:nvSpPr>
        <p:spPr>
          <a:xfrm>
            <a:off x="2843808" y="5126109"/>
            <a:ext cx="1764746" cy="6120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Users Classifications</a:t>
            </a:r>
            <a:endParaRPr lang="en-CA" dirty="0"/>
          </a:p>
        </p:txBody>
      </p:sp>
      <p:sp>
        <p:nvSpPr>
          <p:cNvPr id="11" name="Right Arrow 10"/>
          <p:cNvSpPr/>
          <p:nvPr/>
        </p:nvSpPr>
        <p:spPr>
          <a:xfrm>
            <a:off x="890670" y="4846044"/>
            <a:ext cx="576064" cy="2939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ight Arrow 12"/>
          <p:cNvSpPr/>
          <p:nvPr/>
        </p:nvSpPr>
        <p:spPr>
          <a:xfrm>
            <a:off x="6012160" y="5095452"/>
            <a:ext cx="792088" cy="4324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24" name="Elbow Connector 23"/>
          <p:cNvCxnSpPr/>
          <p:nvPr/>
        </p:nvCxnSpPr>
        <p:spPr>
          <a:xfrm rot="5400000">
            <a:off x="1848243" y="4869315"/>
            <a:ext cx="432359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7724" y="4291154"/>
            <a:ext cx="14586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Filtered Clickstream Data</a:t>
            </a:r>
            <a:endParaRPr lang="en-CA" dirty="0"/>
          </a:p>
        </p:txBody>
      </p:sp>
      <p:sp>
        <p:nvSpPr>
          <p:cNvPr id="29" name="Rectangle 28"/>
          <p:cNvSpPr/>
          <p:nvPr/>
        </p:nvSpPr>
        <p:spPr>
          <a:xfrm>
            <a:off x="1546370" y="4367344"/>
            <a:ext cx="15440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Age, Gender,</a:t>
            </a:r>
          </a:p>
          <a:p>
            <a:r>
              <a:rPr lang="en-US" dirty="0"/>
              <a:t> and Country</a:t>
            </a:r>
            <a:endParaRPr lang="en-CA" dirty="0"/>
          </a:p>
        </p:txBody>
      </p:sp>
      <p:sp>
        <p:nvSpPr>
          <p:cNvPr id="30" name="TextBox 29"/>
          <p:cNvSpPr txBox="1"/>
          <p:nvPr/>
        </p:nvSpPr>
        <p:spPr>
          <a:xfrm>
            <a:off x="3294420" y="4418469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# visits</a:t>
            </a:r>
            <a:endParaRPr lang="en-CA" dirty="0"/>
          </a:p>
        </p:txBody>
      </p:sp>
      <p:cxnSp>
        <p:nvCxnSpPr>
          <p:cNvPr id="32" name="Elbow Connector 31"/>
          <p:cNvCxnSpPr/>
          <p:nvPr/>
        </p:nvCxnSpPr>
        <p:spPr>
          <a:xfrm rot="5400000">
            <a:off x="3491723" y="4941011"/>
            <a:ext cx="432359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4716016" y="5132201"/>
            <a:ext cx="1207153" cy="6120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Discount Matrix</a:t>
            </a:r>
            <a:endParaRPr lang="en-CA" dirty="0"/>
          </a:p>
        </p:txBody>
      </p:sp>
      <p:sp>
        <p:nvSpPr>
          <p:cNvPr id="36" name="TextBox 35"/>
          <p:cNvSpPr txBox="1"/>
          <p:nvPr/>
        </p:nvSpPr>
        <p:spPr>
          <a:xfrm>
            <a:off x="4571997" y="4398121"/>
            <a:ext cx="1426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# visits(class)</a:t>
            </a:r>
          </a:p>
          <a:p>
            <a:r>
              <a:rPr lang="en-US" sz="1600" dirty="0" smtClean="0"/>
              <a:t> / # visits</a:t>
            </a:r>
            <a:endParaRPr lang="en-CA" sz="1600" dirty="0"/>
          </a:p>
        </p:txBody>
      </p:sp>
      <p:cxnSp>
        <p:nvCxnSpPr>
          <p:cNvPr id="37" name="Elbow Connector 36"/>
          <p:cNvCxnSpPr/>
          <p:nvPr/>
        </p:nvCxnSpPr>
        <p:spPr>
          <a:xfrm rot="5400000">
            <a:off x="5363931" y="4941323"/>
            <a:ext cx="432359" cy="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0569731"/>
              </p:ext>
            </p:extLst>
          </p:nvPr>
        </p:nvGraphicFramePr>
        <p:xfrm>
          <a:off x="395536" y="2044861"/>
          <a:ext cx="2948440" cy="155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7110"/>
                <a:gridCol w="737110"/>
                <a:gridCol w="737110"/>
                <a:gridCol w="737110"/>
              </a:tblGrid>
              <a:tr h="370840"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Country</a:t>
                      </a:r>
                      <a:endParaRPr lang="en-CA" sz="1000" dirty="0" smtClean="0"/>
                    </a:p>
                    <a:p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/>
                        <a:t>Age </a:t>
                      </a:r>
                      <a:endParaRPr lang="en-CA" sz="1000" dirty="0" smtClean="0"/>
                    </a:p>
                    <a:p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Gender</a:t>
                      </a:r>
                      <a:endParaRPr lang="en-CA" sz="1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Users</a:t>
                      </a:r>
                      <a:r>
                        <a:rPr lang="en-US" sz="1000" baseline="0" dirty="0" smtClean="0"/>
                        <a:t> set 1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4 * 100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3 * 10 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 * 1</a:t>
                      </a:r>
                      <a:endParaRPr lang="en-CA" sz="1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Users set 2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 * 100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4</a:t>
                      </a:r>
                      <a:r>
                        <a:rPr lang="en-US" sz="1000" baseline="0" dirty="0" smtClean="0"/>
                        <a:t> * 10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 * 1</a:t>
                      </a:r>
                      <a:endParaRPr lang="en-CA" sz="1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…….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CA" sz="10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9064380"/>
              </p:ext>
            </p:extLst>
          </p:nvPr>
        </p:nvGraphicFramePr>
        <p:xfrm>
          <a:off x="6908584" y="4704281"/>
          <a:ext cx="1481134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0567"/>
                <a:gridCol w="740567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000" b="0" dirty="0" smtClean="0"/>
                        <a:t>Product List</a:t>
                      </a:r>
                      <a:endParaRPr lang="en-CA" sz="10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Discount</a:t>
                      </a:r>
                      <a:endParaRPr lang="en-CA" sz="1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Prod. 1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0</a:t>
                      </a:r>
                      <a:endParaRPr lang="en-CA" sz="1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Prod. 2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3 %</a:t>
                      </a:r>
                      <a:endParaRPr lang="en-CA" sz="1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Prod.</a:t>
                      </a:r>
                      <a:r>
                        <a:rPr lang="en-US" sz="1000" baseline="0" dirty="0" smtClean="0"/>
                        <a:t> 3</a:t>
                      </a:r>
                      <a:endParaRPr lang="en-CA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 smtClean="0"/>
                        <a:t>12 %</a:t>
                      </a:r>
                      <a:endParaRPr lang="en-CA" sz="10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101461" y="5506730"/>
            <a:ext cx="9072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User Profile</a:t>
            </a:r>
            <a:endParaRPr lang="en-CA" dirty="0"/>
          </a:p>
        </p:txBody>
      </p:sp>
      <p:sp>
        <p:nvSpPr>
          <p:cNvPr id="40" name="Right Arrow 39"/>
          <p:cNvSpPr/>
          <p:nvPr/>
        </p:nvSpPr>
        <p:spPr>
          <a:xfrm>
            <a:off x="890670" y="5625318"/>
            <a:ext cx="547255" cy="2935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03172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0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381328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174" y="4617423"/>
            <a:ext cx="63944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3920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-6-</a:t>
            </a:r>
            <a:endParaRPr lang="en-CA" dirty="0"/>
          </a:p>
        </p:txBody>
      </p:sp>
      <p:sp>
        <p:nvSpPr>
          <p:cNvPr id="2" name="TextBox 1"/>
          <p:cNvSpPr txBox="1"/>
          <p:nvPr/>
        </p:nvSpPr>
        <p:spPr>
          <a:xfrm>
            <a:off x="298477" y="1091069"/>
            <a:ext cx="2710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Results and Discussion :</a:t>
            </a:r>
          </a:p>
        </p:txBody>
      </p:sp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5508104" y="1573907"/>
            <a:ext cx="3010297" cy="33684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364087" y="5095452"/>
            <a:ext cx="3528393" cy="3046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CA" sz="1200" dirty="0" smtClean="0">
                <a:effectLst/>
                <a:latin typeface="CMBX9"/>
                <a:ea typeface="Calibri" panose="020F0502020204030204" pitchFamily="34" charset="0"/>
                <a:cs typeface="CMBX9"/>
              </a:rPr>
              <a:t>Fig. 2.</a:t>
            </a:r>
            <a:r>
              <a:rPr lang="en-US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IP Activity Classification Model Decision Tree</a:t>
            </a:r>
            <a:endParaRPr lang="en-CA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901226"/>
            <a:ext cx="4990146" cy="306705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1374394" y="4927653"/>
            <a:ext cx="2679964" cy="3046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CA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n-CA" sz="1200" dirty="0" smtClean="0">
                <a:effectLst/>
                <a:latin typeface="CMBX9"/>
                <a:ea typeface="Calibri" panose="020F0502020204030204" pitchFamily="34" charset="0"/>
                <a:cs typeface="CMBX9"/>
              </a:rPr>
              <a:t>Fig. 3.</a:t>
            </a:r>
            <a:r>
              <a:rPr lang="en-US" sz="12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Product / service Scoring Matrix</a:t>
            </a:r>
            <a:endParaRPr lang="en-CA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8924" y="5249720"/>
            <a:ext cx="1745991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 smtClean="0"/>
              <a:t>Scoring Matrix</a:t>
            </a:r>
            <a:endParaRPr lang="en-CA" sz="1900" dirty="0"/>
          </a:p>
        </p:txBody>
      </p:sp>
      <p:sp>
        <p:nvSpPr>
          <p:cNvPr id="10" name="TextBox 9"/>
          <p:cNvSpPr txBox="1"/>
          <p:nvPr/>
        </p:nvSpPr>
        <p:spPr>
          <a:xfrm>
            <a:off x="498924" y="5877272"/>
            <a:ext cx="281519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00" dirty="0" smtClean="0"/>
              <a:t>Pros. : Reduce Sparsity </a:t>
            </a:r>
            <a:endParaRPr lang="en-CA" sz="1900" dirty="0"/>
          </a:p>
        </p:txBody>
      </p:sp>
      <p:sp>
        <p:nvSpPr>
          <p:cNvPr id="11" name="Rectangle 10"/>
          <p:cNvSpPr/>
          <p:nvPr/>
        </p:nvSpPr>
        <p:spPr>
          <a:xfrm>
            <a:off x="3235338" y="5895302"/>
            <a:ext cx="3849131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A" sz="1900" dirty="0" smtClean="0"/>
              <a:t>Cons. : Cold start, popularity bias </a:t>
            </a:r>
            <a:endParaRPr lang="en-CA" sz="1900" dirty="0"/>
          </a:p>
        </p:txBody>
      </p:sp>
      <p:sp>
        <p:nvSpPr>
          <p:cNvPr id="15" name="Right Arrow 14"/>
          <p:cNvSpPr/>
          <p:nvPr/>
        </p:nvSpPr>
        <p:spPr>
          <a:xfrm>
            <a:off x="107504" y="2060848"/>
            <a:ext cx="288032" cy="14401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Down Arrow 15"/>
          <p:cNvSpPr/>
          <p:nvPr/>
        </p:nvSpPr>
        <p:spPr>
          <a:xfrm>
            <a:off x="4355976" y="1700808"/>
            <a:ext cx="180020" cy="20041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TextBox 16"/>
          <p:cNvSpPr txBox="1"/>
          <p:nvPr/>
        </p:nvSpPr>
        <p:spPr>
          <a:xfrm>
            <a:off x="4126419" y="1368996"/>
            <a:ext cx="622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Items</a:t>
            </a:r>
            <a:endParaRPr lang="en-CA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0" y="1543334"/>
            <a:ext cx="6835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User Sets</a:t>
            </a:r>
            <a:endParaRPr lang="en-CA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228484" y="5216270"/>
                <a:ext cx="2959556" cy="733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𝑣𝑖𝑠𝑖𝑡𝑠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𝑖𝑡𝑒𝑚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𝑓𝑜𝑟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𝑢𝑠𝑒𝑟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𝑠𝑒𝑡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𝑣𝑖𝑠𝑖𝑡𝑠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user</m:t>
                              </m:r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set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m:rPr>
                                  <m:nor/>
                                </m:rPr>
                                <a:rPr lang="en-CA" sz="2000" dirty="0"/>
                                <m:t> </m:t>
                              </m:r>
                            </m:e>
                          </m:d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)</m:t>
                      </m:r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484" y="5216270"/>
                <a:ext cx="2959556" cy="733149"/>
              </a:xfrm>
              <a:prstGeom prst="rect">
                <a:avLst/>
              </a:prstGeom>
              <a:blipFill rotWithShape="0">
                <a:blip r:embed="rId7"/>
                <a:stretch>
                  <a:fillRect r="-18351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3602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0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381328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771" y="5360136"/>
            <a:ext cx="63944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3920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-7-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377617" y="1126333"/>
            <a:ext cx="2855269" cy="3847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900" dirty="0" smtClean="0"/>
              <a:t>Results and Discussion </a:t>
            </a:r>
            <a:r>
              <a:rPr lang="en-US" dirty="0" smtClean="0"/>
              <a:t>:</a:t>
            </a:r>
          </a:p>
        </p:txBody>
      </p:sp>
      <p:pic>
        <p:nvPicPr>
          <p:cNvPr id="16" name="Picture 1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628" y="1927742"/>
            <a:ext cx="5976664" cy="1112128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ight Arrow 9"/>
          <p:cNvSpPr/>
          <p:nvPr/>
        </p:nvSpPr>
        <p:spPr>
          <a:xfrm>
            <a:off x="1263018" y="2471775"/>
            <a:ext cx="360040" cy="2069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Down Arrow 10"/>
          <p:cNvSpPr/>
          <p:nvPr/>
        </p:nvSpPr>
        <p:spPr>
          <a:xfrm>
            <a:off x="4472922" y="1484951"/>
            <a:ext cx="210939" cy="43207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/>
          <p:cNvSpPr txBox="1"/>
          <p:nvPr/>
        </p:nvSpPr>
        <p:spPr>
          <a:xfrm>
            <a:off x="92573" y="1971526"/>
            <a:ext cx="1530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User Classifications</a:t>
            </a:r>
            <a:endParaRPr lang="en-CA" sz="1400" dirty="0"/>
          </a:p>
        </p:txBody>
      </p:sp>
      <p:sp>
        <p:nvSpPr>
          <p:cNvPr id="24" name="TextBox 23"/>
          <p:cNvSpPr txBox="1"/>
          <p:nvPr/>
        </p:nvSpPr>
        <p:spPr>
          <a:xfrm>
            <a:off x="4697699" y="1196752"/>
            <a:ext cx="666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Items</a:t>
            </a:r>
            <a:endParaRPr lang="en-CA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99536" y="1143487"/>
                <a:ext cx="3677610" cy="6569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0" i="1" smtClean="0">
                          <a:latin typeface="Cambria Math" panose="02040503050406030204" pitchFamily="18" charset="0"/>
                        </a:rPr>
                        <m:t>𝐹𝑙𝑜𝑜𝑟</m:t>
                      </m:r>
                      <m:d>
                        <m:dPr>
                          <m:ctrlPr>
                            <a:rPr lang="en-US" sz="1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𝑣𝑖𝑠𝑖𝑡𝑠</m:t>
                              </m:r>
                              <m:d>
                                <m:dPr>
                                  <m:ctrlP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𝑖𝑡𝑒𝑚</m:t>
                                  </m:r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𝑓𝑜𝑟</m:t>
                                  </m:r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𝐶𝑙𝑎𝑠𝑠</m:t>
                                  </m:r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a:rPr lang="en-US" sz="1900" b="0" i="1" smtClean="0">
                                  <a:latin typeface="Cambria Math" panose="02040503050406030204" pitchFamily="18" charset="0"/>
                                </a:rPr>
                                <m:t>𝑣𝑖𝑠𝑖𝑡𝑠</m:t>
                              </m:r>
                              <m:d>
                                <m:dPr>
                                  <m:ctrlP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𝑐𝑙𝑎𝑠𝑠</m:t>
                                  </m:r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sz="19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m:rPr>
                                      <m:nor/>
                                    </m:rPr>
                                    <a:rPr lang="en-CA" sz="1900" dirty="0"/>
                                    <m:t> 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lang="en-CA" sz="19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9536" y="1143487"/>
                <a:ext cx="3677610" cy="656975"/>
              </a:xfrm>
              <a:prstGeom prst="rect">
                <a:avLst/>
              </a:prstGeom>
              <a:blipFill rotWithShape="0">
                <a:blip r:embed="rId6"/>
                <a:stretch>
                  <a:fillRect b="-935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/>
          <p:cNvSpPr/>
          <p:nvPr/>
        </p:nvSpPr>
        <p:spPr>
          <a:xfrm>
            <a:off x="3564494" y="3060976"/>
            <a:ext cx="2464136" cy="34009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CA" sz="1400" dirty="0" smtClean="0">
                <a:effectLst/>
                <a:latin typeface="CMBX9"/>
                <a:ea typeface="Calibri" panose="020F0502020204030204" pitchFamily="34" charset="0"/>
                <a:cs typeface="CMBX9"/>
              </a:rPr>
              <a:t>Fig. 4.</a:t>
            </a:r>
            <a:r>
              <a:rPr lang="en-US" sz="14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Visitors Discount Matrix</a:t>
            </a:r>
            <a:endParaRPr lang="en-CA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40606" y="3122232"/>
            <a:ext cx="256490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100" dirty="0" smtClean="0"/>
              <a:t>&gt; Product List('173.255.176.213')</a:t>
            </a:r>
          </a:p>
          <a:p>
            <a:r>
              <a:rPr lang="en-CA" sz="1100" dirty="0" smtClean="0"/>
              <a:t>[1] "Welcome To our website You are a  GUEST  USER "</a:t>
            </a:r>
          </a:p>
          <a:p>
            <a:r>
              <a:rPr lang="en-CA" sz="1100" dirty="0" smtClean="0"/>
              <a:t>[1] "Product List"</a:t>
            </a:r>
          </a:p>
          <a:p>
            <a:r>
              <a:rPr lang="en-CA" sz="1100" dirty="0" smtClean="0"/>
              <a:t>[1] "--------------------"</a:t>
            </a:r>
          </a:p>
          <a:p>
            <a:r>
              <a:rPr lang="en-CA" sz="1100" dirty="0" smtClean="0"/>
              <a:t>[1] "clothing --&gt; 0% Discount"</a:t>
            </a:r>
          </a:p>
          <a:p>
            <a:r>
              <a:rPr lang="en-CA" sz="1100" dirty="0" smtClean="0"/>
              <a:t>[1] "shoes --&gt; 0% Discount"</a:t>
            </a:r>
          </a:p>
          <a:p>
            <a:r>
              <a:rPr lang="en-CA" sz="1100" dirty="0" smtClean="0"/>
              <a:t>[1] "handbags --&gt; 0% Discount"</a:t>
            </a:r>
          </a:p>
          <a:p>
            <a:r>
              <a:rPr lang="en-CA" sz="1100" dirty="0" smtClean="0"/>
              <a:t>[1] "</a:t>
            </a:r>
            <a:r>
              <a:rPr lang="en-CA" sz="1100" dirty="0" err="1" smtClean="0"/>
              <a:t>home&amp;garden</a:t>
            </a:r>
            <a:r>
              <a:rPr lang="en-CA" sz="1100" dirty="0" smtClean="0"/>
              <a:t> --&gt; 30% Discount"</a:t>
            </a:r>
          </a:p>
          <a:p>
            <a:r>
              <a:rPr lang="en-CA" sz="1100" dirty="0" smtClean="0"/>
              <a:t>[1] "movies --&gt; 2% Discount"</a:t>
            </a:r>
          </a:p>
          <a:p>
            <a:r>
              <a:rPr lang="en-CA" sz="1100" dirty="0" smtClean="0"/>
              <a:t>[1] "computers --&gt; 1% Discount"</a:t>
            </a:r>
          </a:p>
          <a:p>
            <a:r>
              <a:rPr lang="en-CA" sz="1100" dirty="0" smtClean="0"/>
              <a:t>[1] "electronics --&gt; 0% Discount"</a:t>
            </a:r>
          </a:p>
          <a:p>
            <a:r>
              <a:rPr lang="en-CA" sz="1100" dirty="0" smtClean="0"/>
              <a:t>[1] "games --&gt; 11% Discount"</a:t>
            </a:r>
          </a:p>
          <a:p>
            <a:r>
              <a:rPr lang="en-CA" sz="1100" dirty="0" smtClean="0"/>
              <a:t>[1] "tools --&gt; 4% Discount"</a:t>
            </a:r>
          </a:p>
          <a:p>
            <a:r>
              <a:rPr lang="en-CA" sz="1100" dirty="0" smtClean="0"/>
              <a:t>[1] "outdoors --&gt; 2% Discount"</a:t>
            </a:r>
          </a:p>
          <a:p>
            <a:r>
              <a:rPr lang="en-CA" sz="1100" dirty="0" smtClean="0"/>
              <a:t>[1] "accessories --&gt; 0% Discount"</a:t>
            </a:r>
          </a:p>
          <a:p>
            <a:r>
              <a:rPr lang="en-CA" sz="1100" dirty="0" smtClean="0"/>
              <a:t>[1] "automotive --&gt; 30% Discount"</a:t>
            </a:r>
          </a:p>
          <a:p>
            <a:r>
              <a:rPr lang="en-CA" sz="1100" dirty="0" smtClean="0"/>
              <a:t>[1] "books --&gt; 0% Discount"</a:t>
            </a:r>
            <a:endParaRPr lang="en-CA" sz="1100" dirty="0"/>
          </a:p>
        </p:txBody>
      </p:sp>
      <p:sp>
        <p:nvSpPr>
          <p:cNvPr id="18" name="Rectangle 17"/>
          <p:cNvSpPr/>
          <p:nvPr/>
        </p:nvSpPr>
        <p:spPr>
          <a:xfrm>
            <a:off x="6278860" y="3252722"/>
            <a:ext cx="253412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100" dirty="0" smtClean="0"/>
              <a:t>&gt; Product List('67.224.130.63')</a:t>
            </a:r>
          </a:p>
          <a:p>
            <a:r>
              <a:rPr lang="en-CA" sz="1100" dirty="0" smtClean="0"/>
              <a:t>[1] "Welcome To our website You are a  Normal  USER "</a:t>
            </a:r>
          </a:p>
          <a:p>
            <a:r>
              <a:rPr lang="en-CA" sz="1100" dirty="0" smtClean="0"/>
              <a:t>[1] "Product List"</a:t>
            </a:r>
          </a:p>
          <a:p>
            <a:r>
              <a:rPr lang="en-CA" sz="1100" dirty="0" smtClean="0"/>
              <a:t>[1] "--------------------"</a:t>
            </a:r>
          </a:p>
          <a:p>
            <a:r>
              <a:rPr lang="en-CA" sz="1100" dirty="0" smtClean="0"/>
              <a:t>[1] "clothing --&gt; 0% Discount"</a:t>
            </a:r>
          </a:p>
          <a:p>
            <a:r>
              <a:rPr lang="en-CA" sz="1100" dirty="0" smtClean="0"/>
              <a:t>[1] "electronics --&gt; 0% Discount"</a:t>
            </a:r>
          </a:p>
          <a:p>
            <a:r>
              <a:rPr lang="en-CA" sz="1100" dirty="0" smtClean="0"/>
              <a:t>[1] "handbags --&gt; 0% Discount"</a:t>
            </a:r>
          </a:p>
          <a:p>
            <a:r>
              <a:rPr lang="en-CA" sz="1100" dirty="0" smtClean="0"/>
              <a:t>[1] "shoes --&gt; 20% Discount"</a:t>
            </a:r>
          </a:p>
          <a:p>
            <a:r>
              <a:rPr lang="en-CA" sz="1100" dirty="0" smtClean="0"/>
              <a:t>[1] "games --&gt; 12% Discount"</a:t>
            </a:r>
          </a:p>
          <a:p>
            <a:r>
              <a:rPr lang="en-CA" sz="1100" dirty="0" smtClean="0"/>
              <a:t>[1] "</a:t>
            </a:r>
            <a:r>
              <a:rPr lang="en-CA" sz="1100" dirty="0" err="1" smtClean="0"/>
              <a:t>home&amp;garden</a:t>
            </a:r>
            <a:r>
              <a:rPr lang="en-CA" sz="1100" dirty="0" smtClean="0"/>
              <a:t> --&gt; 9% Discount"</a:t>
            </a:r>
          </a:p>
          <a:p>
            <a:r>
              <a:rPr lang="en-CA" sz="1100" dirty="0" smtClean="0"/>
              <a:t>[1] "movies --&gt; 3% Discount"</a:t>
            </a:r>
          </a:p>
          <a:p>
            <a:r>
              <a:rPr lang="en-CA" sz="1100" dirty="0" smtClean="0"/>
              <a:t>[1] "computers --&gt; 19% Discount"</a:t>
            </a:r>
          </a:p>
          <a:p>
            <a:r>
              <a:rPr lang="en-CA" sz="1100" dirty="0" smtClean="0"/>
              <a:t>[1] "tools --&gt; 16% Discount"</a:t>
            </a:r>
          </a:p>
          <a:p>
            <a:r>
              <a:rPr lang="en-CA" sz="1100" dirty="0" smtClean="0"/>
              <a:t>[1] "outdoors --&gt; 5% Discount"</a:t>
            </a:r>
          </a:p>
          <a:p>
            <a:r>
              <a:rPr lang="en-CA" sz="1100" dirty="0" smtClean="0"/>
              <a:t>[1] "accessories --&gt; 0% Discount"</a:t>
            </a:r>
          </a:p>
          <a:p>
            <a:r>
              <a:rPr lang="en-CA" sz="1100" dirty="0" smtClean="0"/>
              <a:t>[1] "automotive --&gt; 12% Discount"</a:t>
            </a:r>
          </a:p>
          <a:p>
            <a:r>
              <a:rPr lang="en-CA" sz="1100" dirty="0" smtClean="0"/>
              <a:t>[1] "books --&gt; 0% Discount"</a:t>
            </a:r>
            <a:endParaRPr lang="en-CA" sz="1100" dirty="0"/>
          </a:p>
        </p:txBody>
      </p:sp>
    </p:spTree>
    <p:extLst>
      <p:ext uri="{BB962C8B-B14F-4D97-AF65-F5344CB8AC3E}">
        <p14:creationId xmlns:p14="http://schemas.microsoft.com/office/powerpoint/2010/main" val="4007462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0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381328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5651078"/>
            <a:ext cx="63944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3920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-8-</a:t>
            </a:r>
            <a:endParaRPr lang="en-CA" dirty="0"/>
          </a:p>
        </p:txBody>
      </p:sp>
      <p:sp>
        <p:nvSpPr>
          <p:cNvPr id="4" name="Rectangle 3"/>
          <p:cNvSpPr/>
          <p:nvPr/>
        </p:nvSpPr>
        <p:spPr>
          <a:xfrm>
            <a:off x="377617" y="1126333"/>
            <a:ext cx="32816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 smtClean="0"/>
              <a:t>Results and Discussion :</a:t>
            </a:r>
          </a:p>
        </p:txBody>
      </p:sp>
      <p:pic>
        <p:nvPicPr>
          <p:cNvPr id="12" name="Picture 11"/>
          <p:cNvPicPr/>
          <p:nvPr/>
        </p:nvPicPr>
        <p:blipFill>
          <a:blip r:embed="rId5"/>
          <a:stretch>
            <a:fillRect/>
          </a:stretch>
        </p:blipFill>
        <p:spPr>
          <a:xfrm>
            <a:off x="3659285" y="1340058"/>
            <a:ext cx="5202255" cy="29530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5205" y="4200264"/>
            <a:ext cx="4746538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CA" sz="1900" dirty="0" smtClean="0"/>
              <a:t>Evaluation  :</a:t>
            </a:r>
          </a:p>
          <a:p>
            <a:r>
              <a:rPr lang="en-CA" sz="1900" dirty="0" smtClean="0"/>
              <a:t>Offline evaluation : we are not going to provide exact user behaviour but we will simulate user behaviour using existing user dataset and try to evaluate our system</a:t>
            </a:r>
            <a:endParaRPr lang="en-CA" sz="19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946778"/>
              </p:ext>
            </p:extLst>
          </p:nvPr>
        </p:nvGraphicFramePr>
        <p:xfrm>
          <a:off x="5211743" y="4861475"/>
          <a:ext cx="3408715" cy="5783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44433"/>
                <a:gridCol w="2464282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Algorithm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Accuracy for predicting First Item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KNN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99.9984 %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SVM</a:t>
                      </a:r>
                      <a:endParaRPr lang="en-CA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77.74 %</a:t>
                      </a:r>
                      <a:endParaRPr lang="en-CA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782699" y="4186720"/>
            <a:ext cx="4572000" cy="28700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11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Fig. 5. Product Index Order Scatterplot and Correlation Matrix</a:t>
            </a:r>
            <a:endParaRPr lang="en-CA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03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2926734"/>
            <a:ext cx="9144000" cy="1676400"/>
            <a:chOff x="0" y="0"/>
            <a:chExt cx="5760" cy="1056"/>
          </a:xfrm>
        </p:grpSpPr>
        <p:sp>
          <p:nvSpPr>
            <p:cNvPr id="21" name="Rectangle 3"/>
            <p:cNvSpPr>
              <a:spLocks noChangeArrowheads="1"/>
            </p:cNvSpPr>
            <p:nvPr/>
          </p:nvSpPr>
          <p:spPr bwMode="auto">
            <a:xfrm>
              <a:off x="0" y="239"/>
              <a:ext cx="5760" cy="817"/>
            </a:xfrm>
            <a:prstGeom prst="rect">
              <a:avLst/>
            </a:prstGeom>
            <a:gradFill rotWithShape="1">
              <a:gsLst>
                <a:gs pos="0">
                  <a:srgbClr val="DDDDDD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 flipV="1">
              <a:off x="0" y="0"/>
              <a:ext cx="5760" cy="246"/>
            </a:xfrm>
            <a:prstGeom prst="rect">
              <a:avLst/>
            </a:prstGeom>
            <a:gradFill rotWithShape="1">
              <a:gsLst>
                <a:gs pos="0">
                  <a:srgbClr val="DBDBDB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wrap="none" lIns="90000" tIns="90000" rIns="72000" bIns="90000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SimSun" panose="02010600030101010101" pitchFamily="2" charset="-122"/>
                </a:defRPr>
              </a:lvl9pPr>
            </a:lstStyle>
            <a:p>
              <a:pPr algn="ctr" eaLnBrk="1" hangingPunct="1"/>
              <a:endParaRPr lang="zh-TW" altLang="en-US">
                <a:ea typeface="PMingLiU" panose="02020500000000000000" pitchFamily="18" charset="-120"/>
              </a:endParaRPr>
            </a:p>
          </p:txBody>
        </p:sp>
      </p:grpSp>
      <p:pic>
        <p:nvPicPr>
          <p:cNvPr id="6146" name="Picture 2" descr="Ryerson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32015"/>
            <a:ext cx="1114425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395536" y="1052736"/>
            <a:ext cx="792088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467544" y="6381328"/>
            <a:ext cx="8136904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038" y="5651078"/>
            <a:ext cx="63944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701676" y="83217"/>
            <a:ext cx="21908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The Chang School </a:t>
            </a:r>
          </a:p>
          <a:p>
            <a:r>
              <a:rPr lang="en-US" sz="1600" dirty="0" smtClean="0"/>
              <a:t>of Continuing</a:t>
            </a:r>
          </a:p>
          <a:p>
            <a:r>
              <a:rPr lang="en-US" sz="1600" dirty="0" smtClean="0"/>
              <a:t>Education</a:t>
            </a:r>
            <a:endParaRPr lang="en-CA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8028384" y="6392043"/>
            <a:ext cx="4667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-9-</a:t>
            </a:r>
            <a:endParaRPr lang="en-CA" dirty="0"/>
          </a:p>
        </p:txBody>
      </p:sp>
      <p:sp>
        <p:nvSpPr>
          <p:cNvPr id="2" name="TextBox 1"/>
          <p:cNvSpPr txBox="1"/>
          <p:nvPr/>
        </p:nvSpPr>
        <p:spPr>
          <a:xfrm>
            <a:off x="840654" y="2397455"/>
            <a:ext cx="28541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/>
              <a:t>Thank You</a:t>
            </a:r>
            <a:endParaRPr lang="en-CA" sz="4400" dirty="0"/>
          </a:p>
        </p:txBody>
      </p:sp>
    </p:spTree>
    <p:extLst>
      <p:ext uri="{BB962C8B-B14F-4D97-AF65-F5344CB8AC3E}">
        <p14:creationId xmlns:p14="http://schemas.microsoft.com/office/powerpoint/2010/main" val="19709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Standarddesign">
  <a:themeElements>
    <a:clrScheme name="1_Standarddesign 1">
      <a:dk1>
        <a:srgbClr val="000000"/>
      </a:dk1>
      <a:lt1>
        <a:srgbClr val="FFFFFF"/>
      </a:lt1>
      <a:dk2>
        <a:srgbClr val="004074"/>
      </a:dk2>
      <a:lt2>
        <a:srgbClr val="FEA501"/>
      </a:lt2>
      <a:accent1>
        <a:srgbClr val="0061B2"/>
      </a:accent1>
      <a:accent2>
        <a:srgbClr val="2A79D0"/>
      </a:accent2>
      <a:accent3>
        <a:srgbClr val="FFFFFF"/>
      </a:accent3>
      <a:accent4>
        <a:srgbClr val="000000"/>
      </a:accent4>
      <a:accent5>
        <a:srgbClr val="AAB7D5"/>
      </a:accent5>
      <a:accent6>
        <a:srgbClr val="256DBC"/>
      </a:accent6>
      <a:hlink>
        <a:srgbClr val="69A2E1"/>
      </a:hlink>
      <a:folHlink>
        <a:srgbClr val="9DC2EB"/>
      </a:folHlink>
    </a:clrScheme>
    <a:fontScheme name="1_Standard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Standarddesign 1">
        <a:dk1>
          <a:srgbClr val="000000"/>
        </a:dk1>
        <a:lt1>
          <a:srgbClr val="FFFFFF"/>
        </a:lt1>
        <a:dk2>
          <a:srgbClr val="004074"/>
        </a:dk2>
        <a:lt2>
          <a:srgbClr val="FEA501"/>
        </a:lt2>
        <a:accent1>
          <a:srgbClr val="0061B2"/>
        </a:accent1>
        <a:accent2>
          <a:srgbClr val="2A79D0"/>
        </a:accent2>
        <a:accent3>
          <a:srgbClr val="FFFFFF"/>
        </a:accent3>
        <a:accent4>
          <a:srgbClr val="000000"/>
        </a:accent4>
        <a:accent5>
          <a:srgbClr val="AAB7D5"/>
        </a:accent5>
        <a:accent6>
          <a:srgbClr val="256DBC"/>
        </a:accent6>
        <a:hlink>
          <a:srgbClr val="69A2E1"/>
        </a:hlink>
        <a:folHlink>
          <a:srgbClr val="9DC2E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157255743</TotalTime>
  <Pages>0</Pages>
  <Words>953</Words>
  <Characters>0</Characters>
  <Application>Microsoft Office PowerPoint</Application>
  <DocSecurity>0</DocSecurity>
  <PresentationFormat>On-screen Show (4:3)</PresentationFormat>
  <Lines>0</Lines>
  <Paragraphs>199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CMBX9</vt:lpstr>
      <vt:lpstr>PMingLiU</vt:lpstr>
      <vt:lpstr>SimSun</vt:lpstr>
      <vt:lpstr>Arial</vt:lpstr>
      <vt:lpstr>Calibri</vt:lpstr>
      <vt:lpstr>Cambria Math</vt:lpstr>
      <vt:lpstr>Courier New</vt:lpstr>
      <vt:lpstr>Wingdings</vt:lpstr>
      <vt:lpstr>1_Standarddesign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CharactersWithSpaces>0</CharactersWithSpaces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/>
  <cp:lastModifiedBy>shaymaa sultan</cp:lastModifiedBy>
  <cp:revision>58</cp:revision>
  <cp:lastPrinted>1899-12-30T00:00:00Z</cp:lastPrinted>
  <dcterms:created xsi:type="dcterms:W3CDTF">2012-07-17T01:39:15Z</dcterms:created>
  <dcterms:modified xsi:type="dcterms:W3CDTF">2015-11-30T08:24:32Z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1033-8.1.0.3018</vt:lpwstr>
  </property>
</Properties>
</file>